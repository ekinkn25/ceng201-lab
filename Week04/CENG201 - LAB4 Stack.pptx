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ppt/changesInfos/changesInfo1.xml" ContentType="application/vnd.ms-powerpoint.changesinfo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3" r:id="rId3"/>
    <p:sldId id="301" r:id="rId4"/>
    <p:sldId id="302" r:id="rId5"/>
    <p:sldId id="303" r:id="rId6"/>
    <p:sldId id="304" r:id="rId7"/>
    <p:sldId id="284" r:id="rId8"/>
    <p:sldId id="300" r:id="rId9"/>
    <p:sldId id="305" r:id="rId10"/>
    <p:sldId id="309" r:id="rId11"/>
    <p:sldId id="308" r:id="rId12"/>
    <p:sldId id="30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BAD2A-9754-4473-9AA2-F90DBB18B47A}" v="1" dt="2026-10-25T17:28:01.9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5020" autoAdjust="0"/>
  </p:normalViewPr>
  <p:slideViewPr>
    <p:cSldViewPr snapToGrid="0">
      <p:cViewPr varScale="1">
        <p:scale>
          <a:sx n="78" d="100"/>
          <a:sy n="78" d="100"/>
        </p:scale>
        <p:origin x="88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şe beyza ünal" userId="c6b0e5f4fd9b5738" providerId="LiveId" clId="{BACBB6A7-8C43-4663-9D7B-04406B26970A}"/>
    <pc:docChg chg="undo custSel addSld delSld modSld sldOrd">
      <pc:chgData name="ayşe beyza ünal" userId="c6b0e5f4fd9b5738" providerId="LiveId" clId="{BACBB6A7-8C43-4663-9D7B-04406B26970A}" dt="2026-10-25T17:28:01.933" v="4382"/>
      <pc:docMkLst>
        <pc:docMk/>
      </pc:docMkLst>
      <pc:sldChg chg="modSp mod">
        <pc:chgData name="ayşe beyza ünal" userId="c6b0e5f4fd9b5738" providerId="LiveId" clId="{BACBB6A7-8C43-4663-9D7B-04406B26970A}" dt="2026-10-20T09:35:21.788" v="4355" actId="20577"/>
        <pc:sldMkLst>
          <pc:docMk/>
          <pc:sldMk cId="2180321443" sldId="256"/>
        </pc:sldMkLst>
        <pc:spChg chg="mod">
          <ac:chgData name="ayşe beyza ünal" userId="c6b0e5f4fd9b5738" providerId="LiveId" clId="{BACBB6A7-8C43-4663-9D7B-04406B26970A}" dt="2026-10-20T09:35:21.788" v="4355" actId="20577"/>
          <ac:spMkLst>
            <pc:docMk/>
            <pc:sldMk cId="2180321443" sldId="256"/>
            <ac:spMk id="2" creationId="{8D139885-D6AE-660A-4F46-DB7BC67524BE}"/>
          </ac:spMkLst>
        </pc:spChg>
        <pc:spChg chg="mod">
          <ac:chgData name="ayşe beyza ünal" userId="c6b0e5f4fd9b5738" providerId="LiveId" clId="{BACBB6A7-8C43-4663-9D7B-04406B26970A}" dt="2026-10-07T08:54:58.664" v="2632" actId="20577"/>
          <ac:spMkLst>
            <pc:docMk/>
            <pc:sldMk cId="2180321443" sldId="256"/>
            <ac:spMk id="3" creationId="{DD3A180B-133B-080F-B36B-527AB7F2DA31}"/>
          </ac:spMkLst>
        </pc:spChg>
      </pc:sldChg>
      <pc:sldChg chg="addSp delSp modSp add mod ord">
        <pc:chgData name="ayşe beyza ünal" userId="c6b0e5f4fd9b5738" providerId="LiveId" clId="{BACBB6A7-8C43-4663-9D7B-04406B26970A}" dt="2026-10-25T17:04:47.748" v="4357" actId="14100"/>
        <pc:sldMkLst>
          <pc:docMk/>
          <pc:sldMk cId="3439031245" sldId="283"/>
        </pc:sldMkLst>
        <pc:spChg chg="mod">
          <ac:chgData name="ayşe beyza ünal" userId="c6b0e5f4fd9b5738" providerId="LiveId" clId="{BACBB6A7-8C43-4663-9D7B-04406B26970A}" dt="2026-10-07T13:14:00.041" v="2727" actId="1076"/>
          <ac:spMkLst>
            <pc:docMk/>
            <pc:sldMk cId="3439031245" sldId="283"/>
            <ac:spMk id="2" creationId="{94EF8B91-5073-6B49-29C9-762A9B33AD27}"/>
          </ac:spMkLst>
        </pc:spChg>
        <pc:spChg chg="mod">
          <ac:chgData name="ayşe beyza ünal" userId="c6b0e5f4fd9b5738" providerId="LiveId" clId="{BACBB6A7-8C43-4663-9D7B-04406B26970A}" dt="2026-10-07T09:17:46.807" v="2687" actId="20577"/>
          <ac:spMkLst>
            <pc:docMk/>
            <pc:sldMk cId="3439031245" sldId="283"/>
            <ac:spMk id="3" creationId="{AE5C338F-230E-2AB9-ED22-A419929393D4}"/>
          </ac:spMkLst>
        </pc:spChg>
        <pc:spChg chg="add mod">
          <ac:chgData name="ayşe beyza ünal" userId="c6b0e5f4fd9b5738" providerId="LiveId" clId="{BACBB6A7-8C43-4663-9D7B-04406B26970A}" dt="2026-10-07T09:38:09.973" v="2719" actId="20577"/>
          <ac:spMkLst>
            <pc:docMk/>
            <pc:sldMk cId="3439031245" sldId="283"/>
            <ac:spMk id="5" creationId="{733F5ACB-65ED-3C0A-7844-2F99E9C9D9C6}"/>
          </ac:spMkLst>
        </pc:spChg>
        <pc:picChg chg="add mod">
          <ac:chgData name="ayşe beyza ünal" userId="c6b0e5f4fd9b5738" providerId="LiveId" clId="{BACBB6A7-8C43-4663-9D7B-04406B26970A}" dt="2026-10-25T17:04:47.748" v="4357" actId="14100"/>
          <ac:picMkLst>
            <pc:docMk/>
            <pc:sldMk cId="3439031245" sldId="283"/>
            <ac:picMk id="8" creationId="{9FE0B98B-18A6-6DFA-7294-4134A1D23E65}"/>
          </ac:picMkLst>
        </pc:picChg>
      </pc:sldChg>
      <pc:sldChg chg="addSp delSp modSp add mod ord">
        <pc:chgData name="ayşe beyza ünal" userId="c6b0e5f4fd9b5738" providerId="LiveId" clId="{BACBB6A7-8C43-4663-9D7B-04406B26970A}" dt="2026-10-08T09:53:20.906" v="3209" actId="113"/>
        <pc:sldMkLst>
          <pc:docMk/>
          <pc:sldMk cId="100267363" sldId="284"/>
        </pc:sldMkLst>
        <pc:spChg chg="add mod">
          <ac:chgData name="ayşe beyza ünal" userId="c6b0e5f4fd9b5738" providerId="LiveId" clId="{BACBB6A7-8C43-4663-9D7B-04406B26970A}" dt="2026-10-08T08:47:01.270" v="2904"/>
          <ac:spMkLst>
            <pc:docMk/>
            <pc:sldMk cId="100267363" sldId="284"/>
            <ac:spMk id="2" creationId="{9FE5F671-32F0-03A0-7360-DDC63181D441}"/>
          </ac:spMkLst>
        </pc:spChg>
        <pc:spChg chg="add mod">
          <ac:chgData name="ayşe beyza ünal" userId="c6b0e5f4fd9b5738" providerId="LiveId" clId="{BACBB6A7-8C43-4663-9D7B-04406B26970A}" dt="2026-10-08T09:53:20.906" v="3209" actId="113"/>
          <ac:spMkLst>
            <pc:docMk/>
            <pc:sldMk cId="100267363" sldId="284"/>
            <ac:spMk id="7" creationId="{25290B99-06C7-62C8-A290-C73D68AE27F2}"/>
          </ac:spMkLst>
        </pc:spChg>
      </pc:sldChg>
      <pc:sldChg chg="addSp delSp modSp add mod">
        <pc:chgData name="ayşe beyza ünal" userId="c6b0e5f4fd9b5738" providerId="LiveId" clId="{BACBB6A7-8C43-4663-9D7B-04406B26970A}" dt="2026-10-18T16:04:50.929" v="3759" actId="1076"/>
        <pc:sldMkLst>
          <pc:docMk/>
          <pc:sldMk cId="3270669745" sldId="300"/>
        </pc:sldMkLst>
        <pc:picChg chg="add mod">
          <ac:chgData name="ayşe beyza ünal" userId="c6b0e5f4fd9b5738" providerId="LiveId" clId="{BACBB6A7-8C43-4663-9D7B-04406B26970A}" dt="2026-10-18T16:04:50.929" v="3759" actId="1076"/>
          <ac:picMkLst>
            <pc:docMk/>
            <pc:sldMk cId="3270669745" sldId="300"/>
            <ac:picMk id="6" creationId="{73C0B980-5F4C-03C2-166B-C1AF61F80022}"/>
          </ac:picMkLst>
        </pc:picChg>
      </pc:sldChg>
      <pc:sldChg chg="addSp delSp modSp new mod">
        <pc:chgData name="ayşe beyza ünal" userId="c6b0e5f4fd9b5738" providerId="LiveId" clId="{BACBB6A7-8C43-4663-9D7B-04406B26970A}" dt="2026-10-25T17:05:55.507" v="4358" actId="14100"/>
        <pc:sldMkLst>
          <pc:docMk/>
          <pc:sldMk cId="1559935659" sldId="301"/>
        </pc:sldMkLst>
        <pc:spChg chg="add mod">
          <ac:chgData name="ayşe beyza ünal" userId="c6b0e5f4fd9b5738" providerId="LiveId" clId="{BACBB6A7-8C43-4663-9D7B-04406B26970A}" dt="2026-10-08T08:00:39.343" v="2853" actId="1076"/>
          <ac:spMkLst>
            <pc:docMk/>
            <pc:sldMk cId="1559935659" sldId="301"/>
            <ac:spMk id="3" creationId="{7F11B8C3-9325-A3E1-C09E-11577505C990}"/>
          </ac:spMkLst>
        </pc:spChg>
        <pc:spChg chg="add mod">
          <ac:chgData name="ayşe beyza ünal" userId="c6b0e5f4fd9b5738" providerId="LiveId" clId="{BACBB6A7-8C43-4663-9D7B-04406B26970A}" dt="2026-10-07T13:17:19.372" v="2757" actId="27636"/>
          <ac:spMkLst>
            <pc:docMk/>
            <pc:sldMk cId="1559935659" sldId="301"/>
            <ac:spMk id="4" creationId="{CF252EF1-6BF8-F638-6BA1-1063CAD2BC64}"/>
          </ac:spMkLst>
        </pc:spChg>
        <pc:spChg chg="add mod">
          <ac:chgData name="ayşe beyza ünal" userId="c6b0e5f4fd9b5738" providerId="LiveId" clId="{BACBB6A7-8C43-4663-9D7B-04406B26970A}" dt="2026-10-08T08:00:43.224" v="2854" actId="1076"/>
          <ac:spMkLst>
            <pc:docMk/>
            <pc:sldMk cId="1559935659" sldId="301"/>
            <ac:spMk id="6" creationId="{47CF0524-7655-CEF8-AA98-2071D357B81B}"/>
          </ac:spMkLst>
        </pc:spChg>
        <pc:spChg chg="add mod">
          <ac:chgData name="ayşe beyza ünal" userId="c6b0e5f4fd9b5738" providerId="LiveId" clId="{BACBB6A7-8C43-4663-9D7B-04406B26970A}" dt="2026-10-08T08:00:39.343" v="2853" actId="1076"/>
          <ac:spMkLst>
            <pc:docMk/>
            <pc:sldMk cId="1559935659" sldId="301"/>
            <ac:spMk id="8" creationId="{C8AF66FD-9678-0E98-9C05-3003A291D254}"/>
          </ac:spMkLst>
        </pc:spChg>
        <pc:spChg chg="add mod">
          <ac:chgData name="ayşe beyza ünal" userId="c6b0e5f4fd9b5738" providerId="LiveId" clId="{BACBB6A7-8C43-4663-9D7B-04406B26970A}" dt="2026-10-08T08:45:36.262" v="2894" actId="1076"/>
          <ac:spMkLst>
            <pc:docMk/>
            <pc:sldMk cId="1559935659" sldId="301"/>
            <ac:spMk id="9" creationId="{0789F8E3-DBA2-2607-F1F9-7E5EB3FA5B2D}"/>
          </ac:spMkLst>
        </pc:spChg>
        <pc:spChg chg="add mod">
          <ac:chgData name="ayşe beyza ünal" userId="c6b0e5f4fd9b5738" providerId="LiveId" clId="{BACBB6A7-8C43-4663-9D7B-04406B26970A}" dt="2026-10-08T08:00:32.676" v="2852" actId="1076"/>
          <ac:spMkLst>
            <pc:docMk/>
            <pc:sldMk cId="1559935659" sldId="301"/>
            <ac:spMk id="10" creationId="{7DE3BBF1-CC83-DE66-4B4D-20083EF9422C}"/>
          </ac:spMkLst>
        </pc:spChg>
        <pc:spChg chg="add mod">
          <ac:chgData name="ayşe beyza ünal" userId="c6b0e5f4fd9b5738" providerId="LiveId" clId="{BACBB6A7-8C43-4663-9D7B-04406B26970A}" dt="2026-10-08T09:31:56.584" v="2948" actId="113"/>
          <ac:spMkLst>
            <pc:docMk/>
            <pc:sldMk cId="1559935659" sldId="301"/>
            <ac:spMk id="12" creationId="{60B85705-8E1A-A25B-C228-4A3E1525F55D}"/>
          </ac:spMkLst>
        </pc:spChg>
        <pc:spChg chg="add mod">
          <ac:chgData name="ayşe beyza ünal" userId="c6b0e5f4fd9b5738" providerId="LiveId" clId="{BACBB6A7-8C43-4663-9D7B-04406B26970A}" dt="2026-10-08T08:00:39.343" v="2853" actId="1076"/>
          <ac:spMkLst>
            <pc:docMk/>
            <pc:sldMk cId="1559935659" sldId="301"/>
            <ac:spMk id="14" creationId="{4CBF71C0-6A87-E9FD-15B5-9C36EA1AA55F}"/>
          </ac:spMkLst>
        </pc:spChg>
        <pc:spChg chg="add mod">
          <ac:chgData name="ayşe beyza ünal" userId="c6b0e5f4fd9b5738" providerId="LiveId" clId="{BACBB6A7-8C43-4663-9D7B-04406B26970A}" dt="2026-10-08T08:00:39.343" v="2853" actId="1076"/>
          <ac:spMkLst>
            <pc:docMk/>
            <pc:sldMk cId="1559935659" sldId="301"/>
            <ac:spMk id="16" creationId="{4237B60F-0095-5B31-618E-53F539AEA05F}"/>
          </ac:spMkLst>
        </pc:spChg>
        <pc:spChg chg="add mod">
          <ac:chgData name="ayşe beyza ünal" userId="c6b0e5f4fd9b5738" providerId="LiveId" clId="{BACBB6A7-8C43-4663-9D7B-04406B26970A}" dt="2026-10-08T08:45:58.390" v="2895" actId="13822"/>
          <ac:spMkLst>
            <pc:docMk/>
            <pc:sldMk cId="1559935659" sldId="301"/>
            <ac:spMk id="17" creationId="{318E6301-D517-572A-2E5C-0703804D7D72}"/>
          </ac:spMkLst>
        </pc:spChg>
        <pc:spChg chg="add mod">
          <ac:chgData name="ayşe beyza ünal" userId="c6b0e5f4fd9b5738" providerId="LiveId" clId="{BACBB6A7-8C43-4663-9D7B-04406B26970A}" dt="2026-10-08T08:01:50.891" v="2876" actId="1076"/>
          <ac:spMkLst>
            <pc:docMk/>
            <pc:sldMk cId="1559935659" sldId="301"/>
            <ac:spMk id="18" creationId="{F28F16FA-70A7-20C0-5B3F-28388562DF69}"/>
          </ac:spMkLst>
        </pc:spChg>
        <pc:spChg chg="add mod">
          <ac:chgData name="ayşe beyza ünal" userId="c6b0e5f4fd9b5738" providerId="LiveId" clId="{BACBB6A7-8C43-4663-9D7B-04406B26970A}" dt="2026-10-08T08:00:39.343" v="2853" actId="1076"/>
          <ac:spMkLst>
            <pc:docMk/>
            <pc:sldMk cId="1559935659" sldId="301"/>
            <ac:spMk id="20" creationId="{ABBB3EF4-4D40-1958-7BB8-31126A084786}"/>
          </ac:spMkLst>
        </pc:spChg>
        <pc:picChg chg="add mod modCrop">
          <ac:chgData name="ayşe beyza ünal" userId="c6b0e5f4fd9b5738" providerId="LiveId" clId="{BACBB6A7-8C43-4663-9D7B-04406B26970A}" dt="2026-10-25T17:05:55.507" v="4358" actId="14100"/>
          <ac:picMkLst>
            <pc:docMk/>
            <pc:sldMk cId="1559935659" sldId="301"/>
            <ac:picMk id="13" creationId="{166D63E1-9AE4-5E4A-B80F-10FBB14F8D66}"/>
          </ac:picMkLst>
        </pc:picChg>
      </pc:sldChg>
      <pc:sldChg chg="addSp delSp modSp add mod">
        <pc:chgData name="ayşe beyza ünal" userId="c6b0e5f4fd9b5738" providerId="LiveId" clId="{BACBB6A7-8C43-4663-9D7B-04406B26970A}" dt="2026-10-08T09:48:14.792" v="3169" actId="22"/>
        <pc:sldMkLst>
          <pc:docMk/>
          <pc:sldMk cId="337098260" sldId="302"/>
        </pc:sldMkLst>
        <pc:spChg chg="mod">
          <ac:chgData name="ayşe beyza ünal" userId="c6b0e5f4fd9b5738" providerId="LiveId" clId="{BACBB6A7-8C43-4663-9D7B-04406B26970A}" dt="2026-10-08T09:42:05.641" v="3160" actId="1076"/>
          <ac:spMkLst>
            <pc:docMk/>
            <pc:sldMk cId="337098260" sldId="302"/>
            <ac:spMk id="3" creationId="{68E9698B-8009-508C-FE6B-BF644AB5717C}"/>
          </ac:spMkLst>
        </pc:spChg>
        <pc:spChg chg="mod">
          <ac:chgData name="ayşe beyza ünal" userId="c6b0e5f4fd9b5738" providerId="LiveId" clId="{BACBB6A7-8C43-4663-9D7B-04406B26970A}" dt="2026-10-08T08:50:51.729" v="2937"/>
          <ac:spMkLst>
            <pc:docMk/>
            <pc:sldMk cId="337098260" sldId="302"/>
            <ac:spMk id="4" creationId="{E2AC2F34-C9E7-E4F4-C75C-14190E7D9E9C}"/>
          </ac:spMkLst>
        </pc:spChg>
        <pc:spChg chg="add mod">
          <ac:chgData name="ayşe beyza ünal" userId="c6b0e5f4fd9b5738" providerId="LiveId" clId="{BACBB6A7-8C43-4663-9D7B-04406B26970A}" dt="2026-10-08T09:35:26.836" v="3019" actId="13822"/>
          <ac:spMkLst>
            <pc:docMk/>
            <pc:sldMk cId="337098260" sldId="302"/>
            <ac:spMk id="5" creationId="{3404CC6C-FEE8-BACC-3ACB-BD3AEA27BD1C}"/>
          </ac:spMkLst>
        </pc:spChg>
        <pc:spChg chg="mod">
          <ac:chgData name="ayşe beyza ünal" userId="c6b0e5f4fd9b5738" providerId="LiveId" clId="{BACBB6A7-8C43-4663-9D7B-04406B26970A}" dt="2026-10-08T09:35:49.734" v="3031" actId="1076"/>
          <ac:spMkLst>
            <pc:docMk/>
            <pc:sldMk cId="337098260" sldId="302"/>
            <ac:spMk id="10" creationId="{618B9B28-3A1C-7B5A-2C22-46CDC0474AA7}"/>
          </ac:spMkLst>
        </pc:spChg>
        <pc:spChg chg="add mod">
          <ac:chgData name="ayşe beyza ünal" userId="c6b0e5f4fd9b5738" providerId="LiveId" clId="{BACBB6A7-8C43-4663-9D7B-04406B26970A}" dt="2026-10-08T09:47:45.754" v="3167" actId="17032"/>
          <ac:spMkLst>
            <pc:docMk/>
            <pc:sldMk cId="337098260" sldId="302"/>
            <ac:spMk id="11" creationId="{549FDA6B-3218-F321-47DB-B5E28840F83F}"/>
          </ac:spMkLst>
        </pc:spChg>
        <pc:spChg chg="mod">
          <ac:chgData name="ayşe beyza ünal" userId="c6b0e5f4fd9b5738" providerId="LiveId" clId="{BACBB6A7-8C43-4663-9D7B-04406B26970A}" dt="2026-10-08T09:33:34.218" v="2998" actId="20577"/>
          <ac:spMkLst>
            <pc:docMk/>
            <pc:sldMk cId="337098260" sldId="302"/>
            <ac:spMk id="12" creationId="{3B5AF5AB-397E-54E6-FF44-CA8243B65523}"/>
          </ac:spMkLst>
        </pc:spChg>
        <pc:spChg chg="mod">
          <ac:chgData name="ayşe beyza ünal" userId="c6b0e5f4fd9b5738" providerId="LiveId" clId="{BACBB6A7-8C43-4663-9D7B-04406B26970A}" dt="2026-10-08T09:37:01.070" v="3086" actId="1076"/>
          <ac:spMkLst>
            <pc:docMk/>
            <pc:sldMk cId="337098260" sldId="302"/>
            <ac:spMk id="18" creationId="{69024CB2-AA66-A49A-17C4-E37B7C2640A5}"/>
          </ac:spMkLst>
        </pc:spChg>
        <pc:spChg chg="add mod">
          <ac:chgData name="ayşe beyza ünal" userId="c6b0e5f4fd9b5738" providerId="LiveId" clId="{BACBB6A7-8C43-4663-9D7B-04406B26970A}" dt="2026-10-08T09:38:03.198" v="3126" actId="13822"/>
          <ac:spMkLst>
            <pc:docMk/>
            <pc:sldMk cId="337098260" sldId="302"/>
            <ac:spMk id="19" creationId="{4844D14A-D133-41F3-9296-955744A70ADF}"/>
          </ac:spMkLst>
        </pc:spChg>
        <pc:spChg chg="mod">
          <ac:chgData name="ayşe beyza ünal" userId="c6b0e5f4fd9b5738" providerId="LiveId" clId="{BACBB6A7-8C43-4663-9D7B-04406B26970A}" dt="2026-10-08T09:34:45.687" v="3008" actId="1076"/>
          <ac:spMkLst>
            <pc:docMk/>
            <pc:sldMk cId="337098260" sldId="302"/>
            <ac:spMk id="20" creationId="{55C09029-3320-2780-CCAD-8044B814C7EB}"/>
          </ac:spMkLst>
        </pc:spChg>
        <pc:spChg chg="add mod">
          <ac:chgData name="ayşe beyza ünal" userId="c6b0e5f4fd9b5738" providerId="LiveId" clId="{BACBB6A7-8C43-4663-9D7B-04406B26970A}" dt="2026-10-08T09:41:07.067" v="3154" actId="13822"/>
          <ac:spMkLst>
            <pc:docMk/>
            <pc:sldMk cId="337098260" sldId="302"/>
            <ac:spMk id="22" creationId="{77D0E237-D630-9DC7-23F2-77B2EBBE4E67}"/>
          </ac:spMkLst>
        </pc:spChg>
        <pc:spChg chg="add mod">
          <ac:chgData name="ayşe beyza ünal" userId="c6b0e5f4fd9b5738" providerId="LiveId" clId="{BACBB6A7-8C43-4663-9D7B-04406B26970A}" dt="2026-10-08T09:38:24.221" v="3129" actId="1076"/>
          <ac:spMkLst>
            <pc:docMk/>
            <pc:sldMk cId="337098260" sldId="302"/>
            <ac:spMk id="24" creationId="{5A0327E7-A69B-A869-39BF-554B3D54E8D0}"/>
          </ac:spMkLst>
        </pc:spChg>
        <pc:spChg chg="add mod">
          <ac:chgData name="ayşe beyza ünal" userId="c6b0e5f4fd9b5738" providerId="LiveId" clId="{BACBB6A7-8C43-4663-9D7B-04406B26970A}" dt="2026-10-08T09:41:00.872" v="3152" actId="1076"/>
          <ac:spMkLst>
            <pc:docMk/>
            <pc:sldMk cId="337098260" sldId="302"/>
            <ac:spMk id="26" creationId="{D52FEE4B-3E32-D4F4-5F86-610B6BD74211}"/>
          </ac:spMkLst>
        </pc:spChg>
        <pc:spChg chg="add mod">
          <ac:chgData name="ayşe beyza ünal" userId="c6b0e5f4fd9b5738" providerId="LiveId" clId="{BACBB6A7-8C43-4663-9D7B-04406B26970A}" dt="2026-10-08T09:42:00.259" v="3159" actId="13822"/>
          <ac:spMkLst>
            <pc:docMk/>
            <pc:sldMk cId="337098260" sldId="302"/>
            <ac:spMk id="28" creationId="{9AAC67FA-559C-0953-B4C7-7AAE0AA0E6A8}"/>
          </ac:spMkLst>
        </pc:spChg>
        <pc:picChg chg="add mod modCrop">
          <ac:chgData name="ayşe beyza ünal" userId="c6b0e5f4fd9b5738" providerId="LiveId" clId="{BACBB6A7-8C43-4663-9D7B-04406B26970A}" dt="2026-10-08T09:32:30.020" v="2960" actId="1076"/>
          <ac:picMkLst>
            <pc:docMk/>
            <pc:sldMk cId="337098260" sldId="302"/>
            <ac:picMk id="2" creationId="{3FF2B0C8-52D2-9CB3-5E1A-E4C10108A018}"/>
          </ac:picMkLst>
        </pc:picChg>
      </pc:sldChg>
      <pc:sldChg chg="addSp delSp modSp add mod">
        <pc:chgData name="ayşe beyza ünal" userId="c6b0e5f4fd9b5738" providerId="LiveId" clId="{BACBB6A7-8C43-4663-9D7B-04406B26970A}" dt="2026-10-25T17:14:52.778" v="4368" actId="1076"/>
        <pc:sldMkLst>
          <pc:docMk/>
          <pc:sldMk cId="1064605375" sldId="303"/>
        </pc:sldMkLst>
        <pc:spChg chg="add del mod">
          <ac:chgData name="ayşe beyza ünal" userId="c6b0e5f4fd9b5738" providerId="LiveId" clId="{BACBB6A7-8C43-4663-9D7B-04406B26970A}" dt="2026-10-25T17:14:51.893" v="4367" actId="22"/>
          <ac:spMkLst>
            <pc:docMk/>
            <pc:sldMk cId="1064605375" sldId="303"/>
            <ac:spMk id="3" creationId="{9E888900-4253-DE3C-CB5A-B50097923866}"/>
          </ac:spMkLst>
        </pc:spChg>
        <pc:spChg chg="mod">
          <ac:chgData name="ayşe beyza ünal" userId="c6b0e5f4fd9b5738" providerId="LiveId" clId="{BACBB6A7-8C43-4663-9D7B-04406B26970A}" dt="2026-10-08T15:04:26.977" v="3263" actId="20577"/>
          <ac:spMkLst>
            <pc:docMk/>
            <pc:sldMk cId="1064605375" sldId="303"/>
            <ac:spMk id="4" creationId="{09AB2EFF-81F3-C9EF-09DF-5266D022AFFA}"/>
          </ac:spMkLst>
        </pc:spChg>
        <pc:spChg chg="add del">
          <ac:chgData name="ayşe beyza ünal" userId="c6b0e5f4fd9b5738" providerId="LiveId" clId="{BACBB6A7-8C43-4663-9D7B-04406B26970A}" dt="2026-10-08T13:12:35.817" v="3258" actId="478"/>
          <ac:spMkLst>
            <pc:docMk/>
            <pc:sldMk cId="1064605375" sldId="303"/>
            <ac:spMk id="8" creationId="{0722AA1E-B722-27AE-35E7-0E846D7F5262}"/>
          </ac:spMkLst>
        </pc:spChg>
        <pc:spChg chg="add mod">
          <ac:chgData name="ayşe beyza ünal" userId="c6b0e5f4fd9b5738" providerId="LiveId" clId="{BACBB6A7-8C43-4663-9D7B-04406B26970A}" dt="2026-10-08T15:10:56.013" v="3365" actId="14100"/>
          <ac:spMkLst>
            <pc:docMk/>
            <pc:sldMk cId="1064605375" sldId="303"/>
            <ac:spMk id="9" creationId="{D62F063D-B57C-C335-EFAF-7EAC765A2093}"/>
          </ac:spMkLst>
        </pc:spChg>
        <pc:spChg chg="mod">
          <ac:chgData name="ayşe beyza ünal" userId="c6b0e5f4fd9b5738" providerId="LiveId" clId="{BACBB6A7-8C43-4663-9D7B-04406B26970A}" dt="2026-10-08T13:12:19.363" v="3249" actId="1076"/>
          <ac:spMkLst>
            <pc:docMk/>
            <pc:sldMk cId="1064605375" sldId="303"/>
            <ac:spMk id="10" creationId="{405F47E2-06CE-C0D1-2CA2-1B9D5C1B11A8}"/>
          </ac:spMkLst>
        </pc:spChg>
        <pc:spChg chg="mod">
          <ac:chgData name="ayşe beyza ünal" userId="c6b0e5f4fd9b5738" providerId="LiveId" clId="{BACBB6A7-8C43-4663-9D7B-04406B26970A}" dt="2026-10-18T15:38:52.199" v="3742" actId="20577"/>
          <ac:spMkLst>
            <pc:docMk/>
            <pc:sldMk cId="1064605375" sldId="303"/>
            <ac:spMk id="12" creationId="{9F3FFCA3-9422-1CF3-54E4-99FB0CAA17B4}"/>
          </ac:spMkLst>
        </pc:spChg>
        <pc:spChg chg="mod">
          <ac:chgData name="ayşe beyza ünal" userId="c6b0e5f4fd9b5738" providerId="LiveId" clId="{BACBB6A7-8C43-4663-9D7B-04406B26970A}" dt="2026-10-08T15:16:01.023" v="3468" actId="14100"/>
          <ac:spMkLst>
            <pc:docMk/>
            <pc:sldMk cId="1064605375" sldId="303"/>
            <ac:spMk id="14" creationId="{A2D41F15-FE85-F557-ACB9-382F2BA842B9}"/>
          </ac:spMkLst>
        </pc:spChg>
        <pc:spChg chg="add mod">
          <ac:chgData name="ayşe beyza ünal" userId="c6b0e5f4fd9b5738" providerId="LiveId" clId="{BACBB6A7-8C43-4663-9D7B-04406B26970A}" dt="2026-10-08T15:11:43.246" v="3373" actId="207"/>
          <ac:spMkLst>
            <pc:docMk/>
            <pc:sldMk cId="1064605375" sldId="303"/>
            <ac:spMk id="15" creationId="{0FD9941A-3905-FB66-BEAC-C33CEB578500}"/>
          </ac:spMkLst>
        </pc:spChg>
        <pc:spChg chg="mod">
          <ac:chgData name="ayşe beyza ünal" userId="c6b0e5f4fd9b5738" providerId="LiveId" clId="{BACBB6A7-8C43-4663-9D7B-04406B26970A}" dt="2026-10-25T17:14:50.445" v="4364" actId="1076"/>
          <ac:spMkLst>
            <pc:docMk/>
            <pc:sldMk cId="1064605375" sldId="303"/>
            <ac:spMk id="16" creationId="{2AA569D4-89C3-EE68-6699-4ABF6E287428}"/>
          </ac:spMkLst>
        </pc:spChg>
        <pc:spChg chg="mod">
          <ac:chgData name="ayşe beyza ünal" userId="c6b0e5f4fd9b5738" providerId="LiveId" clId="{BACBB6A7-8C43-4663-9D7B-04406B26970A}" dt="2026-10-08T15:16:03.211" v="3469" actId="1076"/>
          <ac:spMkLst>
            <pc:docMk/>
            <pc:sldMk cId="1064605375" sldId="303"/>
            <ac:spMk id="17" creationId="{9F3237CA-DBED-8243-22F6-02DD95455CD0}"/>
          </ac:spMkLst>
        </pc:spChg>
        <pc:spChg chg="add mod">
          <ac:chgData name="ayşe beyza ünal" userId="c6b0e5f4fd9b5738" providerId="LiveId" clId="{BACBB6A7-8C43-4663-9D7B-04406B26970A}" dt="2026-10-08T15:11:46.666" v="3374" actId="207"/>
          <ac:spMkLst>
            <pc:docMk/>
            <pc:sldMk cId="1064605375" sldId="303"/>
            <ac:spMk id="23" creationId="{E78ACF28-8F44-791A-5A65-B27869931557}"/>
          </ac:spMkLst>
        </pc:spChg>
        <pc:spChg chg="mod">
          <ac:chgData name="ayşe beyza ünal" userId="c6b0e5f4fd9b5738" providerId="LiveId" clId="{BACBB6A7-8C43-4663-9D7B-04406B26970A}" dt="2026-10-18T15:31:33.703" v="3686" actId="1076"/>
          <ac:spMkLst>
            <pc:docMk/>
            <pc:sldMk cId="1064605375" sldId="303"/>
            <ac:spMk id="26" creationId="{42FB859E-ADC1-4E86-814A-4467C74B39CC}"/>
          </ac:spMkLst>
        </pc:spChg>
        <pc:spChg chg="add mod">
          <ac:chgData name="ayşe beyza ünal" userId="c6b0e5f4fd9b5738" providerId="LiveId" clId="{BACBB6A7-8C43-4663-9D7B-04406B26970A}" dt="2026-10-08T15:11:49.186" v="3375" actId="207"/>
          <ac:spMkLst>
            <pc:docMk/>
            <pc:sldMk cId="1064605375" sldId="303"/>
            <ac:spMk id="27" creationId="{8F7C7971-302A-58DA-03EA-7B20BF6D760B}"/>
          </ac:spMkLst>
        </pc:spChg>
        <pc:spChg chg="add mod">
          <ac:chgData name="ayşe beyza ünal" userId="c6b0e5f4fd9b5738" providerId="LiveId" clId="{BACBB6A7-8C43-4663-9D7B-04406B26970A}" dt="2026-10-08T15:11:52.550" v="3376" actId="207"/>
          <ac:spMkLst>
            <pc:docMk/>
            <pc:sldMk cId="1064605375" sldId="303"/>
            <ac:spMk id="30" creationId="{9D028737-310D-9702-B74A-076A6808891C}"/>
          </ac:spMkLst>
        </pc:spChg>
        <pc:spChg chg="add mod">
          <ac:chgData name="ayşe beyza ünal" userId="c6b0e5f4fd9b5738" providerId="LiveId" clId="{BACBB6A7-8C43-4663-9D7B-04406B26970A}" dt="2026-10-25T17:14:50.668" v="4365" actId="1076"/>
          <ac:spMkLst>
            <pc:docMk/>
            <pc:sldMk cId="1064605375" sldId="303"/>
            <ac:spMk id="32" creationId="{8C47A122-30B5-B743-1FF2-7182A17EE5D0}"/>
          </ac:spMkLst>
        </pc:spChg>
        <pc:spChg chg="add mod">
          <ac:chgData name="ayşe beyza ünal" userId="c6b0e5f4fd9b5738" providerId="LiveId" clId="{BACBB6A7-8C43-4663-9D7B-04406B26970A}" dt="2026-10-08T15:11:57.705" v="3378" actId="207"/>
          <ac:spMkLst>
            <pc:docMk/>
            <pc:sldMk cId="1064605375" sldId="303"/>
            <ac:spMk id="34" creationId="{83F71AAB-5F09-B7D9-BBF8-7FECA3490278}"/>
          </ac:spMkLst>
        </pc:spChg>
        <pc:spChg chg="add mod">
          <ac:chgData name="ayşe beyza ünal" userId="c6b0e5f4fd9b5738" providerId="LiveId" clId="{BACBB6A7-8C43-4663-9D7B-04406B26970A}" dt="2026-10-08T15:18:30.718" v="3509" actId="1076"/>
          <ac:spMkLst>
            <pc:docMk/>
            <pc:sldMk cId="1064605375" sldId="303"/>
            <ac:spMk id="36" creationId="{262DBC5E-D314-34AE-CF0F-4D5EC1E669EF}"/>
          </ac:spMkLst>
        </pc:spChg>
        <pc:spChg chg="add mod">
          <ac:chgData name="ayşe beyza ünal" userId="c6b0e5f4fd9b5738" providerId="LiveId" clId="{BACBB6A7-8C43-4663-9D7B-04406B26970A}" dt="2026-10-08T15:18:33.361" v="3510" actId="1076"/>
          <ac:spMkLst>
            <pc:docMk/>
            <pc:sldMk cId="1064605375" sldId="303"/>
            <ac:spMk id="38" creationId="{7EA927CB-8BDB-D442-066D-0CCC54A359A6}"/>
          </ac:spMkLst>
        </pc:spChg>
        <pc:spChg chg="add mod">
          <ac:chgData name="ayşe beyza ünal" userId="c6b0e5f4fd9b5738" providerId="LiveId" clId="{BACBB6A7-8C43-4663-9D7B-04406B26970A}" dt="2026-10-08T15:16:08.111" v="3471" actId="1076"/>
          <ac:spMkLst>
            <pc:docMk/>
            <pc:sldMk cId="1064605375" sldId="303"/>
            <ac:spMk id="40" creationId="{CC2B440B-57FD-AF12-0A90-825EE70B5D7E}"/>
          </ac:spMkLst>
        </pc:spChg>
        <pc:spChg chg="add mod">
          <ac:chgData name="ayşe beyza ünal" userId="c6b0e5f4fd9b5738" providerId="LiveId" clId="{BACBB6A7-8C43-4663-9D7B-04406B26970A}" dt="2026-10-08T15:18:37.607" v="3511" actId="1076"/>
          <ac:spMkLst>
            <pc:docMk/>
            <pc:sldMk cId="1064605375" sldId="303"/>
            <ac:spMk id="44" creationId="{FE5B30EB-4659-3BF7-68CB-7C430858F50D}"/>
          </ac:spMkLst>
        </pc:spChg>
        <pc:spChg chg="add mod">
          <ac:chgData name="ayşe beyza ünal" userId="c6b0e5f4fd9b5738" providerId="LiveId" clId="{BACBB6A7-8C43-4663-9D7B-04406B26970A}" dt="2026-10-25T17:14:52.778" v="4368" actId="1076"/>
          <ac:spMkLst>
            <pc:docMk/>
            <pc:sldMk cId="1064605375" sldId="303"/>
            <ac:spMk id="46" creationId="{C7D332B6-D347-E333-DABA-7A47472740F1}"/>
          </ac:spMkLst>
        </pc:spChg>
      </pc:sldChg>
      <pc:sldChg chg="addSp delSp modSp add mod ord">
        <pc:chgData name="ayşe beyza ünal" userId="c6b0e5f4fd9b5738" providerId="LiveId" clId="{BACBB6A7-8C43-4663-9D7B-04406B26970A}" dt="2026-10-18T15:39:25.368" v="3745" actId="20577"/>
        <pc:sldMkLst>
          <pc:docMk/>
          <pc:sldMk cId="717550433" sldId="304"/>
        </pc:sldMkLst>
        <pc:spChg chg="add">
          <ac:chgData name="ayşe beyza ünal" userId="c6b0e5f4fd9b5738" providerId="LiveId" clId="{BACBB6A7-8C43-4663-9D7B-04406B26970A}" dt="2026-10-08T15:25:36.057" v="3610" actId="22"/>
          <ac:spMkLst>
            <pc:docMk/>
            <pc:sldMk cId="717550433" sldId="304"/>
            <ac:spMk id="3" creationId="{0CFEAA4E-513B-BC48-0471-5FBD1990DC4B}"/>
          </ac:spMkLst>
        </pc:spChg>
        <pc:spChg chg="mod">
          <ac:chgData name="ayşe beyza ünal" userId="c6b0e5f4fd9b5738" providerId="LiveId" clId="{BACBB6A7-8C43-4663-9D7B-04406B26970A}" dt="2026-10-08T15:20:13.452" v="3516" actId="27636"/>
          <ac:spMkLst>
            <pc:docMk/>
            <pc:sldMk cId="717550433" sldId="304"/>
            <ac:spMk id="4" creationId="{9E455176-8F6A-9CD1-8ACD-310543A9C051}"/>
          </ac:spMkLst>
        </pc:spChg>
        <pc:spChg chg="add">
          <ac:chgData name="ayşe beyza ünal" userId="c6b0e5f4fd9b5738" providerId="LiveId" clId="{BACBB6A7-8C43-4663-9D7B-04406B26970A}" dt="2026-10-08T15:25:36.057" v="3610" actId="22"/>
          <ac:spMkLst>
            <pc:docMk/>
            <pc:sldMk cId="717550433" sldId="304"/>
            <ac:spMk id="6" creationId="{FE3537EA-E686-9DD1-2F2D-F6A39B21C446}"/>
          </ac:spMkLst>
        </pc:spChg>
        <pc:spChg chg="mod">
          <ac:chgData name="ayşe beyza ünal" userId="c6b0e5f4fd9b5738" providerId="LiveId" clId="{BACBB6A7-8C43-4663-9D7B-04406B26970A}" dt="2026-10-08T15:22:05.980" v="3563" actId="1076"/>
          <ac:spMkLst>
            <pc:docMk/>
            <pc:sldMk cId="717550433" sldId="304"/>
            <ac:spMk id="8" creationId="{8E19BDA8-3BC5-5FD1-5BC6-8B995F2991EA}"/>
          </ac:spMkLst>
        </pc:spChg>
        <pc:spChg chg="mod">
          <ac:chgData name="ayşe beyza ünal" userId="c6b0e5f4fd9b5738" providerId="LiveId" clId="{BACBB6A7-8C43-4663-9D7B-04406B26970A}" dt="2026-10-08T15:21:54.129" v="3561" actId="1076"/>
          <ac:spMkLst>
            <pc:docMk/>
            <pc:sldMk cId="717550433" sldId="304"/>
            <ac:spMk id="9" creationId="{6DEE73B8-3378-1B78-F003-1EFA5C72D058}"/>
          </ac:spMkLst>
        </pc:spChg>
        <pc:spChg chg="add">
          <ac:chgData name="ayşe beyza ünal" userId="c6b0e5f4fd9b5738" providerId="LiveId" clId="{BACBB6A7-8C43-4663-9D7B-04406B26970A}" dt="2026-10-08T15:25:36.057" v="3610" actId="22"/>
          <ac:spMkLst>
            <pc:docMk/>
            <pc:sldMk cId="717550433" sldId="304"/>
            <ac:spMk id="11" creationId="{74E68408-DD75-6C75-5B5D-B822616E5154}"/>
          </ac:spMkLst>
        </pc:spChg>
        <pc:spChg chg="mod">
          <ac:chgData name="ayşe beyza ünal" userId="c6b0e5f4fd9b5738" providerId="LiveId" clId="{BACBB6A7-8C43-4663-9D7B-04406B26970A}" dt="2026-10-18T15:39:25.368" v="3745" actId="20577"/>
          <ac:spMkLst>
            <pc:docMk/>
            <pc:sldMk cId="717550433" sldId="304"/>
            <ac:spMk id="12" creationId="{1606BB87-0A11-A36E-4E32-4416407966BC}"/>
          </ac:spMkLst>
        </pc:spChg>
        <pc:spChg chg="add mod">
          <ac:chgData name="ayşe beyza ünal" userId="c6b0e5f4fd9b5738" providerId="LiveId" clId="{BACBB6A7-8C43-4663-9D7B-04406B26970A}" dt="2026-10-08T15:25:51.078" v="3612" actId="1076"/>
          <ac:spMkLst>
            <pc:docMk/>
            <pc:sldMk cId="717550433" sldId="304"/>
            <ac:spMk id="13" creationId="{83F696BD-554B-A9DA-7B16-C833EE5A0C28}"/>
          </ac:spMkLst>
        </pc:spChg>
        <pc:spChg chg="mod">
          <ac:chgData name="ayşe beyza ünal" userId="c6b0e5f4fd9b5738" providerId="LiveId" clId="{BACBB6A7-8C43-4663-9D7B-04406B26970A}" dt="2026-10-08T15:22:05.980" v="3563" actId="1076"/>
          <ac:spMkLst>
            <pc:docMk/>
            <pc:sldMk cId="717550433" sldId="304"/>
            <ac:spMk id="14" creationId="{800BBE4D-9057-025C-FB37-B5062C2AAE88}"/>
          </ac:spMkLst>
        </pc:spChg>
        <pc:spChg chg="mod">
          <ac:chgData name="ayşe beyza ünal" userId="c6b0e5f4fd9b5738" providerId="LiveId" clId="{BACBB6A7-8C43-4663-9D7B-04406B26970A}" dt="2026-10-08T15:21:54.129" v="3561" actId="1076"/>
          <ac:spMkLst>
            <pc:docMk/>
            <pc:sldMk cId="717550433" sldId="304"/>
            <ac:spMk id="15" creationId="{F5AD68B2-39C6-16B7-12EE-201845218E81}"/>
          </ac:spMkLst>
        </pc:spChg>
        <pc:spChg chg="mod">
          <ac:chgData name="ayşe beyza ünal" userId="c6b0e5f4fd9b5738" providerId="LiveId" clId="{BACBB6A7-8C43-4663-9D7B-04406B26970A}" dt="2026-10-08T15:22:05.980" v="3563" actId="1076"/>
          <ac:spMkLst>
            <pc:docMk/>
            <pc:sldMk cId="717550433" sldId="304"/>
            <ac:spMk id="16" creationId="{D3EB4865-7CAB-9081-572B-5AC8ED16C72E}"/>
          </ac:spMkLst>
        </pc:spChg>
        <pc:spChg chg="mod">
          <ac:chgData name="ayşe beyza ünal" userId="c6b0e5f4fd9b5738" providerId="LiveId" clId="{BACBB6A7-8C43-4663-9D7B-04406B26970A}" dt="2026-10-08T15:22:05.980" v="3563" actId="1076"/>
          <ac:spMkLst>
            <pc:docMk/>
            <pc:sldMk cId="717550433" sldId="304"/>
            <ac:spMk id="17" creationId="{A695F3A3-FDBB-820A-FE9F-8C6E4B77C88B}"/>
          </ac:spMkLst>
        </pc:spChg>
        <pc:spChg chg="add mod">
          <ac:chgData name="ayşe beyza ünal" userId="c6b0e5f4fd9b5738" providerId="LiveId" clId="{BACBB6A7-8C43-4663-9D7B-04406B26970A}" dt="2026-10-08T15:26:41.192" v="3635" actId="1076"/>
          <ac:spMkLst>
            <pc:docMk/>
            <pc:sldMk cId="717550433" sldId="304"/>
            <ac:spMk id="19" creationId="{F63FECFA-3832-55D1-3DEE-1C3F2B3C94D8}"/>
          </ac:spMkLst>
        </pc:spChg>
        <pc:spChg chg="add mod">
          <ac:chgData name="ayşe beyza ünal" userId="c6b0e5f4fd9b5738" providerId="LiveId" clId="{BACBB6A7-8C43-4663-9D7B-04406B26970A}" dt="2026-10-08T15:27:14.565" v="3641" actId="1076"/>
          <ac:spMkLst>
            <pc:docMk/>
            <pc:sldMk cId="717550433" sldId="304"/>
            <ac:spMk id="21" creationId="{A39FBE80-5107-AD0D-A627-34A50A16DD8B}"/>
          </ac:spMkLst>
        </pc:spChg>
        <pc:spChg chg="mod">
          <ac:chgData name="ayşe beyza ünal" userId="c6b0e5f4fd9b5738" providerId="LiveId" clId="{BACBB6A7-8C43-4663-9D7B-04406B26970A}" dt="2026-10-08T15:21:54.129" v="3561" actId="1076"/>
          <ac:spMkLst>
            <pc:docMk/>
            <pc:sldMk cId="717550433" sldId="304"/>
            <ac:spMk id="23" creationId="{58223A7A-BA3E-B27B-2BBE-ED880ECAEE94}"/>
          </ac:spMkLst>
        </pc:spChg>
        <pc:spChg chg="add mod">
          <ac:chgData name="ayşe beyza ünal" userId="c6b0e5f4fd9b5738" providerId="LiveId" clId="{BACBB6A7-8C43-4663-9D7B-04406B26970A}" dt="2026-10-08T15:28:17.173" v="3650" actId="1076"/>
          <ac:spMkLst>
            <pc:docMk/>
            <pc:sldMk cId="717550433" sldId="304"/>
            <ac:spMk id="24" creationId="{1932DDB8-4128-29D6-0F0D-B71812588B9C}"/>
          </ac:spMkLst>
        </pc:spChg>
        <pc:spChg chg="mod">
          <ac:chgData name="ayşe beyza ünal" userId="c6b0e5f4fd9b5738" providerId="LiveId" clId="{BACBB6A7-8C43-4663-9D7B-04406B26970A}" dt="2026-10-08T15:30:13.685" v="3681" actId="1076"/>
          <ac:spMkLst>
            <pc:docMk/>
            <pc:sldMk cId="717550433" sldId="304"/>
            <ac:spMk id="26" creationId="{C993BCAA-DF0E-3C68-D294-679F5B85A3AB}"/>
          </ac:spMkLst>
        </pc:spChg>
        <pc:spChg chg="mod">
          <ac:chgData name="ayşe beyza ünal" userId="c6b0e5f4fd9b5738" providerId="LiveId" clId="{BACBB6A7-8C43-4663-9D7B-04406B26970A}" dt="2026-10-08T15:21:54.129" v="3561" actId="1076"/>
          <ac:spMkLst>
            <pc:docMk/>
            <pc:sldMk cId="717550433" sldId="304"/>
            <ac:spMk id="27" creationId="{C5C7151A-FFC8-04EF-BC9F-3574141D7CDF}"/>
          </ac:spMkLst>
        </pc:spChg>
        <pc:spChg chg="add mod">
          <ac:chgData name="ayşe beyza ünal" userId="c6b0e5f4fd9b5738" providerId="LiveId" clId="{BACBB6A7-8C43-4663-9D7B-04406B26970A}" dt="2026-10-08T15:28:25.700" v="3659" actId="20577"/>
          <ac:spMkLst>
            <pc:docMk/>
            <pc:sldMk cId="717550433" sldId="304"/>
            <ac:spMk id="28" creationId="{66A603A9-8466-A595-5F33-B01D1B5C2B5B}"/>
          </ac:spMkLst>
        </pc:spChg>
        <pc:spChg chg="mod">
          <ac:chgData name="ayşe beyza ünal" userId="c6b0e5f4fd9b5738" providerId="LiveId" clId="{BACBB6A7-8C43-4663-9D7B-04406B26970A}" dt="2026-10-08T15:21:54.129" v="3561" actId="1076"/>
          <ac:spMkLst>
            <pc:docMk/>
            <pc:sldMk cId="717550433" sldId="304"/>
            <ac:spMk id="30" creationId="{0E976DE4-D274-827D-0C3D-90BCCC06EF31}"/>
          </ac:spMkLst>
        </pc:spChg>
        <pc:spChg chg="add mod">
          <ac:chgData name="ayşe beyza ünal" userId="c6b0e5f4fd9b5738" providerId="LiveId" clId="{BACBB6A7-8C43-4663-9D7B-04406B26970A}" dt="2026-10-08T15:29:29.813" v="3671" actId="14100"/>
          <ac:spMkLst>
            <pc:docMk/>
            <pc:sldMk cId="717550433" sldId="304"/>
            <ac:spMk id="31" creationId="{C718EB0C-23F1-7270-D007-797767AA196A}"/>
          </ac:spMkLst>
        </pc:spChg>
        <pc:spChg chg="mod">
          <ac:chgData name="ayşe beyza ünal" userId="c6b0e5f4fd9b5738" providerId="LiveId" clId="{BACBB6A7-8C43-4663-9D7B-04406B26970A}" dt="2026-10-08T15:21:54.129" v="3561" actId="1076"/>
          <ac:spMkLst>
            <pc:docMk/>
            <pc:sldMk cId="717550433" sldId="304"/>
            <ac:spMk id="32" creationId="{3C3F713E-2350-CACD-26A6-DDFDCFA598F0}"/>
          </ac:spMkLst>
        </pc:spChg>
        <pc:spChg chg="mod">
          <ac:chgData name="ayşe beyza ünal" userId="c6b0e5f4fd9b5738" providerId="LiveId" clId="{BACBB6A7-8C43-4663-9D7B-04406B26970A}" dt="2026-10-08T15:21:54.129" v="3561" actId="1076"/>
          <ac:spMkLst>
            <pc:docMk/>
            <pc:sldMk cId="717550433" sldId="304"/>
            <ac:spMk id="34" creationId="{10679C10-E69A-031C-0341-967734292A6F}"/>
          </ac:spMkLst>
        </pc:spChg>
        <pc:spChg chg="add mod">
          <ac:chgData name="ayşe beyza ünal" userId="c6b0e5f4fd9b5738" providerId="LiveId" clId="{BACBB6A7-8C43-4663-9D7B-04406B26970A}" dt="2026-10-08T15:29:44.719" v="3673" actId="108"/>
          <ac:spMkLst>
            <pc:docMk/>
            <pc:sldMk cId="717550433" sldId="304"/>
            <ac:spMk id="35" creationId="{6DFF74F8-CEBF-6995-E285-4D612C673001}"/>
          </ac:spMkLst>
        </pc:spChg>
        <pc:spChg chg="add mod">
          <ac:chgData name="ayşe beyza ünal" userId="c6b0e5f4fd9b5738" providerId="LiveId" clId="{BACBB6A7-8C43-4663-9D7B-04406B26970A}" dt="2026-10-08T15:30:08.453" v="3680" actId="1076"/>
          <ac:spMkLst>
            <pc:docMk/>
            <pc:sldMk cId="717550433" sldId="304"/>
            <ac:spMk id="39" creationId="{4CFFDBF0-0F01-00A4-F289-1300AD75EB2C}"/>
          </ac:spMkLst>
        </pc:spChg>
        <pc:spChg chg="mod">
          <ac:chgData name="ayşe beyza ünal" userId="c6b0e5f4fd9b5738" providerId="LiveId" clId="{BACBB6A7-8C43-4663-9D7B-04406B26970A}" dt="2026-10-08T15:22:05.980" v="3563" actId="1076"/>
          <ac:spMkLst>
            <pc:docMk/>
            <pc:sldMk cId="717550433" sldId="304"/>
            <ac:spMk id="40" creationId="{2A0AD589-EDD0-2439-9BB0-5D50F380DA6E}"/>
          </ac:spMkLst>
        </pc:spChg>
        <pc:spChg chg="mod">
          <ac:chgData name="ayşe beyza ünal" userId="c6b0e5f4fd9b5738" providerId="LiveId" clId="{BACBB6A7-8C43-4663-9D7B-04406B26970A}" dt="2026-10-08T15:22:05.980" v="3563" actId="1076"/>
          <ac:spMkLst>
            <pc:docMk/>
            <pc:sldMk cId="717550433" sldId="304"/>
            <ac:spMk id="42" creationId="{2F6FECE4-57BF-A6A3-8D7C-13792EC9E1EA}"/>
          </ac:spMkLst>
        </pc:spChg>
        <pc:spChg chg="add mod">
          <ac:chgData name="ayşe beyza ünal" userId="c6b0e5f4fd9b5738" providerId="LiveId" clId="{BACBB6A7-8C43-4663-9D7B-04406B26970A}" dt="2026-10-08T15:30:23.750" v="3685" actId="20577"/>
          <ac:spMkLst>
            <pc:docMk/>
            <pc:sldMk cId="717550433" sldId="304"/>
            <ac:spMk id="43" creationId="{FF10FC65-A9AE-D2FB-F0F4-9DC75CD7DC6D}"/>
          </ac:spMkLst>
        </pc:spChg>
        <pc:spChg chg="add mod">
          <ac:chgData name="ayşe beyza ünal" userId="c6b0e5f4fd9b5738" providerId="LiveId" clId="{BACBB6A7-8C43-4663-9D7B-04406B26970A}" dt="2026-10-08T15:28:45.199" v="3661" actId="1076"/>
          <ac:spMkLst>
            <pc:docMk/>
            <pc:sldMk cId="717550433" sldId="304"/>
            <ac:spMk id="46" creationId="{DD81BA60-A574-8D7F-8CDC-F89F952F423A}"/>
          </ac:spMkLst>
        </pc:spChg>
        <pc:spChg chg="add mod">
          <ac:chgData name="ayşe beyza ünal" userId="c6b0e5f4fd9b5738" providerId="LiveId" clId="{BACBB6A7-8C43-4663-9D7B-04406B26970A}" dt="2026-10-08T15:28:45.199" v="3661" actId="1076"/>
          <ac:spMkLst>
            <pc:docMk/>
            <pc:sldMk cId="717550433" sldId="304"/>
            <ac:spMk id="48" creationId="{408FAB81-1870-0E13-A029-948710CAD2E6}"/>
          </ac:spMkLst>
        </pc:spChg>
        <pc:spChg chg="add mod">
          <ac:chgData name="ayşe beyza ünal" userId="c6b0e5f4fd9b5738" providerId="LiveId" clId="{BACBB6A7-8C43-4663-9D7B-04406B26970A}" dt="2026-10-08T15:29:56.961" v="3676" actId="108"/>
          <ac:spMkLst>
            <pc:docMk/>
            <pc:sldMk cId="717550433" sldId="304"/>
            <ac:spMk id="50" creationId="{E4B8D749-956E-9D3A-97E0-4E8A68D6200C}"/>
          </ac:spMkLst>
        </pc:spChg>
      </pc:sldChg>
      <pc:sldChg chg="addSp delSp modSp add mod">
        <pc:chgData name="ayşe beyza ünal" userId="c6b0e5f4fd9b5738" providerId="LiveId" clId="{BACBB6A7-8C43-4663-9D7B-04406B26970A}" dt="2026-10-25T17:22:45.077" v="4369" actId="113"/>
        <pc:sldMkLst>
          <pc:docMk/>
          <pc:sldMk cId="34512361" sldId="305"/>
        </pc:sldMkLst>
        <pc:spChg chg="mod">
          <ac:chgData name="ayşe beyza ünal" userId="c6b0e5f4fd9b5738" providerId="LiveId" clId="{BACBB6A7-8C43-4663-9D7B-04406B26970A}" dt="2026-10-18T16:08:27.692" v="3811"/>
          <ac:spMkLst>
            <pc:docMk/>
            <pc:sldMk cId="34512361" sldId="305"/>
            <ac:spMk id="2" creationId="{A288304C-ECC3-B85A-D216-32284157914A}"/>
          </ac:spMkLst>
        </pc:spChg>
        <pc:spChg chg="mod">
          <ac:chgData name="ayşe beyza ünal" userId="c6b0e5f4fd9b5738" providerId="LiveId" clId="{BACBB6A7-8C43-4663-9D7B-04406B26970A}" dt="2026-10-25T17:22:45.077" v="4369" actId="113"/>
          <ac:spMkLst>
            <pc:docMk/>
            <pc:sldMk cId="34512361" sldId="305"/>
            <ac:spMk id="3" creationId="{B5853C24-8D05-3FA8-468C-D9525AA6A794}"/>
          </ac:spMkLst>
        </pc:spChg>
        <pc:spChg chg="mod">
          <ac:chgData name="ayşe beyza ünal" userId="c6b0e5f4fd9b5738" providerId="LiveId" clId="{BACBB6A7-8C43-4663-9D7B-04406B26970A}" dt="2026-10-20T08:22:13.429" v="3836" actId="20577"/>
          <ac:spMkLst>
            <pc:docMk/>
            <pc:sldMk cId="34512361" sldId="305"/>
            <ac:spMk id="5" creationId="{91157543-EF39-32B0-A742-ED953B6D032F}"/>
          </ac:spMkLst>
        </pc:spChg>
        <pc:picChg chg="add mod">
          <ac:chgData name="ayşe beyza ünal" userId="c6b0e5f4fd9b5738" providerId="LiveId" clId="{BACBB6A7-8C43-4663-9D7B-04406B26970A}" dt="2026-10-18T16:07:03.185" v="3787" actId="1076"/>
          <ac:picMkLst>
            <pc:docMk/>
            <pc:sldMk cId="34512361" sldId="305"/>
            <ac:picMk id="6" creationId="{0825D631-E66D-F560-13E1-FFB1873E2AD9}"/>
          </ac:picMkLst>
        </pc:picChg>
      </pc:sldChg>
      <pc:sldChg chg="addSp delSp modSp new mod ord">
        <pc:chgData name="ayşe beyza ünal" userId="c6b0e5f4fd9b5738" providerId="LiveId" clId="{BACBB6A7-8C43-4663-9D7B-04406B26970A}" dt="2026-10-20T09:31:13.936" v="4347" actId="1076"/>
        <pc:sldMkLst>
          <pc:docMk/>
          <pc:sldMk cId="3406536899" sldId="307"/>
        </pc:sldMkLst>
        <pc:spChg chg="mod">
          <ac:chgData name="ayşe beyza ünal" userId="c6b0e5f4fd9b5738" providerId="LiveId" clId="{BACBB6A7-8C43-4663-9D7B-04406B26970A}" dt="2026-10-20T08:38:54.036" v="3855" actId="122"/>
          <ac:spMkLst>
            <pc:docMk/>
            <pc:sldMk cId="3406536899" sldId="307"/>
            <ac:spMk id="2" creationId="{AD8E9562-8B16-58A9-F79B-EB0AEFC4429D}"/>
          </ac:spMkLst>
        </pc:spChg>
        <pc:picChg chg="add mod ord">
          <ac:chgData name="ayşe beyza ünal" userId="c6b0e5f4fd9b5738" providerId="LiveId" clId="{BACBB6A7-8C43-4663-9D7B-04406B26970A}" dt="2026-10-20T09:31:13.936" v="4347" actId="1076"/>
          <ac:picMkLst>
            <pc:docMk/>
            <pc:sldMk cId="3406536899" sldId="307"/>
            <ac:picMk id="5" creationId="{1C772B2D-54B3-8969-F72D-C6C8890B4570}"/>
          </ac:picMkLst>
        </pc:picChg>
      </pc:sldChg>
      <pc:sldChg chg="addSp delSp modSp add mod">
        <pc:chgData name="ayşe beyza ünal" userId="c6b0e5f4fd9b5738" providerId="LiveId" clId="{BACBB6A7-8C43-4663-9D7B-04406B26970A}" dt="2026-10-25T17:28:01.933" v="4382"/>
        <pc:sldMkLst>
          <pc:docMk/>
          <pc:sldMk cId="3119484211" sldId="308"/>
        </pc:sldMkLst>
        <pc:spChg chg="mod">
          <ac:chgData name="ayşe beyza ünal" userId="c6b0e5f4fd9b5738" providerId="LiveId" clId="{BACBB6A7-8C43-4663-9D7B-04406B26970A}" dt="2026-10-20T08:56:50.785" v="3948" actId="14100"/>
          <ac:spMkLst>
            <pc:docMk/>
            <pc:sldMk cId="3119484211" sldId="308"/>
            <ac:spMk id="3" creationId="{882BE920-CF96-2279-4D05-31183E0E6F37}"/>
          </ac:spMkLst>
        </pc:spChg>
        <pc:spChg chg="mod">
          <ac:chgData name="ayşe beyza ünal" userId="c6b0e5f4fd9b5738" providerId="LiveId" clId="{BACBB6A7-8C43-4663-9D7B-04406B26970A}" dt="2026-10-20T09:31:52.851" v="4353"/>
          <ac:spMkLst>
            <pc:docMk/>
            <pc:sldMk cId="3119484211" sldId="308"/>
            <ac:spMk id="4" creationId="{BC0F67DE-D84E-D0EB-4DB4-5870F388B6E3}"/>
          </ac:spMkLst>
        </pc:spChg>
        <pc:spChg chg="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8" creationId="{649FA763-F9EB-EF44-348A-43744816FA43}"/>
          </ac:spMkLst>
        </pc:spChg>
        <pc:spChg chg="add 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11" creationId="{6A879D23-0F06-B2D5-C3F3-37D4350BC9A6}"/>
          </ac:spMkLst>
        </pc:spChg>
        <pc:spChg chg="mod">
          <ac:chgData name="ayşe beyza ünal" userId="c6b0e5f4fd9b5738" providerId="LiveId" clId="{BACBB6A7-8C43-4663-9D7B-04406B26970A}" dt="2026-10-20T09:02:38.787" v="4001" actId="207"/>
          <ac:spMkLst>
            <pc:docMk/>
            <pc:sldMk cId="3119484211" sldId="308"/>
            <ac:spMk id="14" creationId="{79E0D53A-5E38-D6DA-ADC4-6F3D3CF56F51}"/>
          </ac:spMkLst>
        </pc:spChg>
        <pc:spChg chg="mod">
          <ac:chgData name="ayşe beyza ünal" userId="c6b0e5f4fd9b5738" providerId="LiveId" clId="{BACBB6A7-8C43-4663-9D7B-04406B26970A}" dt="2026-10-20T08:56:52.513" v="3949" actId="1076"/>
          <ac:spMkLst>
            <pc:docMk/>
            <pc:sldMk cId="3119484211" sldId="308"/>
            <ac:spMk id="16" creationId="{44FB8F5E-81F8-03C4-C2DF-D478F8236EFB}"/>
          </ac:spMkLst>
        </pc:spChg>
        <pc:spChg chg="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18" creationId="{CA19B2CF-604B-F67E-D874-352C2441FAE0}"/>
          </ac:spMkLst>
        </pc:spChg>
        <pc:spChg chg="add 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19" creationId="{F08A2BF1-D6FF-0E43-44CD-F771AF719358}"/>
          </ac:spMkLst>
        </pc:spChg>
        <pc:spChg chg="add 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26" creationId="{221DC8E6-A243-160B-0061-4F223903BEA1}"/>
          </ac:spMkLst>
        </pc:spChg>
        <pc:spChg chg="add 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28" creationId="{6B759799-1716-B376-0571-4DCCCB078EE2}"/>
          </ac:spMkLst>
        </pc:spChg>
        <pc:spChg chg="add 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30" creationId="{B30E696D-C8B0-5188-DB0A-DA999C8F66BC}"/>
          </ac:spMkLst>
        </pc:spChg>
        <pc:spChg chg="add 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32" creationId="{E29E3723-AEE9-9406-D080-BB2B76CAF442}"/>
          </ac:spMkLst>
        </pc:spChg>
        <pc:spChg chg="add mod">
          <ac:chgData name="ayşe beyza ünal" userId="c6b0e5f4fd9b5738" providerId="LiveId" clId="{BACBB6A7-8C43-4663-9D7B-04406B26970A}" dt="2026-10-20T08:57:56.861" v="3970" actId="1076"/>
          <ac:spMkLst>
            <pc:docMk/>
            <pc:sldMk cId="3119484211" sldId="308"/>
            <ac:spMk id="34" creationId="{709762D4-FEA3-7C00-5462-5CD9B893A8AE}"/>
          </ac:spMkLst>
        </pc:spChg>
        <pc:spChg chg="add 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36" creationId="{138D8BE4-1077-3FD7-3ECA-AB836B84740A}"/>
          </ac:spMkLst>
        </pc:spChg>
        <pc:spChg chg="add mod">
          <ac:chgData name="ayşe beyza ünal" userId="c6b0e5f4fd9b5738" providerId="LiveId" clId="{BACBB6A7-8C43-4663-9D7B-04406B26970A}" dt="2026-10-20T09:28:32.120" v="4205" actId="1076"/>
          <ac:spMkLst>
            <pc:docMk/>
            <pc:sldMk cId="3119484211" sldId="308"/>
            <ac:spMk id="40" creationId="{80AF76CE-1DA8-788D-16F2-C7A0B8AC8546}"/>
          </ac:spMkLst>
        </pc:spChg>
        <pc:spChg chg="add mod">
          <ac:chgData name="ayşe beyza ünal" userId="c6b0e5f4fd9b5738" providerId="LiveId" clId="{BACBB6A7-8C43-4663-9D7B-04406B26970A}" dt="2026-10-20T08:58:24.823" v="3984" actId="20577"/>
          <ac:spMkLst>
            <pc:docMk/>
            <pc:sldMk cId="3119484211" sldId="308"/>
            <ac:spMk id="42" creationId="{1E93E6C9-551E-F1D6-E42C-65FDE90638B8}"/>
          </ac:spMkLst>
        </pc:spChg>
        <pc:spChg chg="add mod">
          <ac:chgData name="ayşe beyza ünal" userId="c6b0e5f4fd9b5738" providerId="LiveId" clId="{BACBB6A7-8C43-4663-9D7B-04406B26970A}" dt="2026-10-20T09:30:28.170" v="4344" actId="1076"/>
          <ac:spMkLst>
            <pc:docMk/>
            <pc:sldMk cId="3119484211" sldId="308"/>
            <ac:spMk id="44" creationId="{5247B428-FB35-3C01-A892-FEEF80A2BA08}"/>
          </ac:spMkLst>
        </pc:spChg>
        <pc:spChg chg="add mod">
          <ac:chgData name="ayşe beyza ünal" userId="c6b0e5f4fd9b5738" providerId="LiveId" clId="{BACBB6A7-8C43-4663-9D7B-04406B26970A}" dt="2026-10-25T17:28:01.933" v="4382"/>
          <ac:spMkLst>
            <pc:docMk/>
            <pc:sldMk cId="3119484211" sldId="308"/>
            <ac:spMk id="48" creationId="{AE3B1A87-290E-58CA-8B3B-DDEBF9CC4642}"/>
          </ac:spMkLst>
        </pc:spChg>
      </pc:sldChg>
      <pc:sldChg chg="addSp modSp add mod ord">
        <pc:chgData name="ayşe beyza ünal" userId="c6b0e5f4fd9b5738" providerId="LiveId" clId="{BACBB6A7-8C43-4663-9D7B-04406B26970A}" dt="2026-10-25T17:27:56.755" v="4381" actId="20577"/>
        <pc:sldMkLst>
          <pc:docMk/>
          <pc:sldMk cId="518981388" sldId="309"/>
        </pc:sldMkLst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3" creationId="{B189AC31-8A7E-9A4A-97D5-79B4C4F40969}"/>
          </ac:spMkLst>
        </pc:spChg>
        <pc:spChg chg="mod">
          <ac:chgData name="ayşe beyza ünal" userId="c6b0e5f4fd9b5738" providerId="LiveId" clId="{BACBB6A7-8C43-4663-9D7B-04406B26970A}" dt="2026-10-20T09:31:44.170" v="4350" actId="20577"/>
          <ac:spMkLst>
            <pc:docMk/>
            <pc:sldMk cId="518981388" sldId="309"/>
            <ac:spMk id="4" creationId="{EA7D35DC-7709-D4BA-A0FC-C02B0498F885}"/>
          </ac:spMkLst>
        </pc:spChg>
        <pc:spChg chg="mod">
          <ac:chgData name="ayşe beyza ünal" userId="c6b0e5f4fd9b5738" providerId="LiveId" clId="{BACBB6A7-8C43-4663-9D7B-04406B26970A}" dt="2026-10-20T09:23:13.373" v="4185" actId="14100"/>
          <ac:spMkLst>
            <pc:docMk/>
            <pc:sldMk cId="518981388" sldId="309"/>
            <ac:spMk id="5" creationId="{EFC00DD5-C7E4-8FF1-78A1-C32A6CBE2757}"/>
          </ac:spMkLst>
        </pc:spChg>
        <pc:spChg chg="add mod">
          <ac:chgData name="ayşe beyza ünal" userId="c6b0e5f4fd9b5738" providerId="LiveId" clId="{BACBB6A7-8C43-4663-9D7B-04406B26970A}" dt="2026-10-20T09:24:08.185" v="4191" actId="20577"/>
          <ac:spMkLst>
            <pc:docMk/>
            <pc:sldMk cId="518981388" sldId="309"/>
            <ac:spMk id="6" creationId="{97ACACB2-366B-5B12-A025-B0B6C6FCA142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8" creationId="{D2B71227-F345-4159-7662-390E66ADAD50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11" creationId="{2DF2785A-AA74-DAEA-8801-0EAE32DE0DD4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18" creationId="{27D4800B-DDAD-20D7-E7E9-BBEC2C4E136F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19" creationId="{F399CE5B-B2F5-7F18-47F3-A336D70AA81C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26" creationId="{DA58D3C4-72B2-6163-42B8-E6412F43177C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32" creationId="{0C9AADF0-8F33-0D51-75F6-C0293C2811DB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34" creationId="{305CCE33-44A4-FEBB-4D47-AF055F575C2E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36" creationId="{34643A94-4723-1785-114D-6C2A35E0DFF2}"/>
          </ac:spMkLst>
        </pc:spChg>
        <pc:spChg chg="mod">
          <ac:chgData name="ayşe beyza ünal" userId="c6b0e5f4fd9b5738" providerId="LiveId" clId="{BACBB6A7-8C43-4663-9D7B-04406B26970A}" dt="2026-10-20T09:22:30.808" v="4170" actId="1076"/>
          <ac:spMkLst>
            <pc:docMk/>
            <pc:sldMk cId="518981388" sldId="309"/>
            <ac:spMk id="42" creationId="{7FBEF169-0AC6-8B8A-C68B-C255B02D23DD}"/>
          </ac:spMkLst>
        </pc:spChg>
        <pc:spChg chg="mod">
          <ac:chgData name="ayşe beyza ünal" userId="c6b0e5f4fd9b5738" providerId="LiveId" clId="{BACBB6A7-8C43-4663-9D7B-04406B26970A}" dt="2026-10-25T17:27:56.755" v="4381" actId="20577"/>
          <ac:spMkLst>
            <pc:docMk/>
            <pc:sldMk cId="518981388" sldId="309"/>
            <ac:spMk id="44" creationId="{8954A510-8850-0434-A2CC-93606A67DB14}"/>
          </ac:spMkLst>
        </pc:spChg>
        <pc:spChg chg="mod">
          <ac:chgData name="ayşe beyza ünal" userId="c6b0e5f4fd9b5738" providerId="LiveId" clId="{BACBB6A7-8C43-4663-9D7B-04406B26970A}" dt="2026-10-20T09:23:20.089" v="4186" actId="1076"/>
          <ac:spMkLst>
            <pc:docMk/>
            <pc:sldMk cId="518981388" sldId="309"/>
            <ac:spMk id="46" creationId="{174A5600-AE79-98D3-67C8-D8F6DB39E6C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010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5631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25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019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2629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357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009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80701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1597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9839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6185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1CEE5D4-08C9-482F-B4C6-7C8DC518054B}" type="datetimeFigureOut">
              <a:rPr lang="tr-TR" smtClean="0"/>
              <a:t>26.10.2026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8B5789F-0341-4206-8344-9A1550A20225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09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D139885-D6AE-660A-4F46-DB7BC6752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1" y="643467"/>
            <a:ext cx="6255026" cy="5054008"/>
          </a:xfrm>
        </p:spPr>
        <p:txBody>
          <a:bodyPr anchor="ctr">
            <a:normAutofit/>
          </a:bodyPr>
          <a:lstStyle/>
          <a:p>
            <a:pPr algn="ctr"/>
            <a:r>
              <a:rPr lang="tr-TR" dirty="0"/>
              <a:t>CENG 201 </a:t>
            </a:r>
            <a:br>
              <a:rPr lang="tr-TR" dirty="0"/>
            </a:br>
            <a:r>
              <a:rPr lang="tr-TR" dirty="0"/>
              <a:t>– </a:t>
            </a:r>
            <a:br>
              <a:rPr lang="tr-TR" dirty="0"/>
            </a:br>
            <a:r>
              <a:rPr lang="tr-TR" dirty="0" err="1"/>
              <a:t>Stack</a:t>
            </a:r>
            <a:r>
              <a:rPr lang="tr-TR"/>
              <a:t> (LİFO</a:t>
            </a:r>
            <a:r>
              <a:rPr lang="tr-TR" dirty="0"/>
              <a:t>)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D3A180B-133B-080F-B36B-527AB7F2D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0995" y="643467"/>
            <a:ext cx="3341488" cy="5054008"/>
          </a:xfrm>
        </p:spPr>
        <p:txBody>
          <a:bodyPr anchor="ctr">
            <a:normAutofit/>
          </a:bodyPr>
          <a:lstStyle/>
          <a:p>
            <a:r>
              <a:rPr lang="tr-TR" dirty="0"/>
              <a:t>LAB 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0321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8B91-5073-6B49-29C9-762A9B33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267" y="285136"/>
            <a:ext cx="10058400" cy="1373566"/>
          </a:xfrm>
        </p:spPr>
        <p:txBody>
          <a:bodyPr>
            <a:normAutofit/>
          </a:bodyPr>
          <a:lstStyle/>
          <a:p>
            <a:r>
              <a:rPr lang="tr-TR" i="0" dirty="0" err="1"/>
              <a:t>Exercise</a:t>
            </a:r>
            <a:r>
              <a:rPr lang="tr-TR" i="0" dirty="0"/>
              <a:t> 1: </a:t>
            </a:r>
            <a:br>
              <a:rPr lang="tr-TR" i="0" dirty="0"/>
            </a:br>
            <a:r>
              <a:rPr lang="tr-TR" b="1" dirty="0" err="1"/>
              <a:t>Parenthesis</a:t>
            </a:r>
            <a:r>
              <a:rPr lang="tr-TR" b="1" dirty="0"/>
              <a:t> </a:t>
            </a:r>
            <a:r>
              <a:rPr lang="tr-TR" b="1" dirty="0" err="1"/>
              <a:t>Checker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C338F-230E-2AB9-ED22-A41992939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399" cy="3274908"/>
          </a:xfrm>
        </p:spPr>
        <p:txBody>
          <a:bodyPr>
            <a:noAutofit/>
          </a:bodyPr>
          <a:lstStyle/>
          <a:p>
            <a:r>
              <a:rPr lang="tr-T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tr-T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/>
              <a:t>Given</a:t>
            </a:r>
            <a:r>
              <a:rPr lang="tr-TR" dirty="0"/>
              <a:t> a </a:t>
            </a:r>
            <a:r>
              <a:rPr lang="tr-TR" dirty="0" err="1"/>
              <a:t>string</a:t>
            </a:r>
            <a:r>
              <a:rPr lang="tr-TR" dirty="0"/>
              <a:t> </a:t>
            </a:r>
            <a:r>
              <a:rPr lang="tr-TR" b="1" dirty="0"/>
              <a:t>s</a:t>
            </a:r>
            <a:r>
              <a:rPr lang="tr-TR" dirty="0"/>
              <a:t>, </a:t>
            </a:r>
            <a:r>
              <a:rPr lang="tr-TR" dirty="0" err="1"/>
              <a:t>composed</a:t>
            </a:r>
            <a:r>
              <a:rPr lang="tr-TR" dirty="0"/>
              <a:t> of </a:t>
            </a:r>
            <a:r>
              <a:rPr lang="tr-TR" dirty="0" err="1"/>
              <a:t>different</a:t>
            </a:r>
            <a:r>
              <a:rPr lang="tr-TR" dirty="0"/>
              <a:t> </a:t>
            </a:r>
            <a:r>
              <a:rPr lang="tr-TR" dirty="0" err="1"/>
              <a:t>combinations</a:t>
            </a:r>
            <a:r>
              <a:rPr lang="tr-TR" dirty="0"/>
              <a:t> of '(' , ')', '{', '}', '[', ']'. </a:t>
            </a:r>
            <a:r>
              <a:rPr lang="tr-TR" dirty="0" err="1"/>
              <a:t>Determine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Expression</a:t>
            </a:r>
            <a:r>
              <a:rPr lang="tr-TR" dirty="0"/>
              <a:t> is </a:t>
            </a:r>
            <a:r>
              <a:rPr lang="tr-TR" b="1" dirty="0" err="1"/>
              <a:t>balanced</a:t>
            </a:r>
            <a:r>
              <a:rPr lang="tr-TR" b="1" dirty="0"/>
              <a:t> </a:t>
            </a:r>
            <a:r>
              <a:rPr lang="tr-TR" dirty="0" err="1"/>
              <a:t>or</a:t>
            </a:r>
            <a:r>
              <a:rPr lang="tr-TR" dirty="0"/>
              <a:t> not.</a:t>
            </a:r>
          </a:p>
          <a:p>
            <a:r>
              <a:rPr lang="tr-TR" dirty="0"/>
              <a:t>An </a:t>
            </a:r>
            <a:r>
              <a:rPr lang="tr-TR" dirty="0" err="1"/>
              <a:t>expression</a:t>
            </a:r>
            <a:r>
              <a:rPr lang="tr-TR" dirty="0"/>
              <a:t> is </a:t>
            </a:r>
            <a:r>
              <a:rPr lang="tr-TR" dirty="0" err="1"/>
              <a:t>balanced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:</a:t>
            </a:r>
          </a:p>
          <a:p>
            <a:pPr lvl="0"/>
            <a:r>
              <a:rPr lang="tr-TR" dirty="0"/>
              <a:t>1.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b="1" dirty="0" err="1"/>
              <a:t>opening</a:t>
            </a:r>
            <a:r>
              <a:rPr lang="tr-TR" b="1" dirty="0"/>
              <a:t> </a:t>
            </a:r>
            <a:r>
              <a:rPr lang="tr-TR" b="1" dirty="0" err="1"/>
              <a:t>bracket</a:t>
            </a:r>
            <a:r>
              <a:rPr lang="tr-TR" b="1" dirty="0"/>
              <a:t> has a </a:t>
            </a:r>
            <a:r>
              <a:rPr lang="tr-TR" b="1" dirty="0" err="1"/>
              <a:t>corresponding</a:t>
            </a:r>
            <a:r>
              <a:rPr lang="tr-TR" b="1" dirty="0"/>
              <a:t> </a:t>
            </a:r>
            <a:r>
              <a:rPr lang="tr-TR" b="1" dirty="0" err="1"/>
              <a:t>closing</a:t>
            </a:r>
            <a:r>
              <a:rPr lang="tr-TR" b="1" dirty="0"/>
              <a:t> </a:t>
            </a:r>
            <a:r>
              <a:rPr lang="tr-TR" dirty="0" err="1"/>
              <a:t>bracket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same</a:t>
            </a:r>
            <a:r>
              <a:rPr lang="tr-TR" dirty="0"/>
              <a:t> </a:t>
            </a:r>
            <a:r>
              <a:rPr lang="tr-TR" dirty="0" err="1"/>
              <a:t>type</a:t>
            </a:r>
            <a:r>
              <a:rPr lang="tr-TR" dirty="0"/>
              <a:t>.</a:t>
            </a:r>
          </a:p>
          <a:p>
            <a:pPr lvl="0"/>
            <a:r>
              <a:rPr lang="tr-TR" dirty="0"/>
              <a:t>2. </a:t>
            </a:r>
            <a:r>
              <a:rPr lang="tr-TR" b="1" dirty="0" err="1"/>
              <a:t>Opening</a:t>
            </a:r>
            <a:r>
              <a:rPr lang="tr-TR" b="1" dirty="0"/>
              <a:t> </a:t>
            </a:r>
            <a:r>
              <a:rPr lang="tr-TR" b="1" dirty="0" err="1"/>
              <a:t>brackets</a:t>
            </a:r>
            <a:r>
              <a:rPr lang="tr-TR" b="1" dirty="0"/>
              <a:t> </a:t>
            </a:r>
            <a:r>
              <a:rPr lang="tr-TR" b="1" dirty="0" err="1"/>
              <a:t>must</a:t>
            </a:r>
            <a:r>
              <a:rPr lang="tr-TR" b="1" dirty="0"/>
              <a:t> be </a:t>
            </a:r>
            <a:r>
              <a:rPr lang="tr-TR" b="1" dirty="0" err="1"/>
              <a:t>closed</a:t>
            </a:r>
            <a:r>
              <a:rPr lang="tr-TR" b="1" dirty="0"/>
              <a:t> in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b="1" dirty="0" err="1"/>
              <a:t>correct</a:t>
            </a:r>
            <a:r>
              <a:rPr lang="tr-TR" b="1" dirty="0"/>
              <a:t> </a:t>
            </a:r>
            <a:r>
              <a:rPr lang="tr-TR" b="1" dirty="0" err="1"/>
              <a:t>order</a:t>
            </a:r>
            <a:r>
              <a:rPr lang="tr-TR" dirty="0"/>
              <a:t>.</a:t>
            </a:r>
          </a:p>
          <a:p>
            <a:endParaRPr lang="tr-T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33F5ACB-65ED-3C0A-7844-2F99E9C9D9C6}"/>
              </a:ext>
            </a:extLst>
          </p:cNvPr>
          <p:cNvSpPr txBox="1"/>
          <p:nvPr/>
        </p:nvSpPr>
        <p:spPr>
          <a:xfrm>
            <a:off x="1097280" y="399425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 err="1"/>
              <a:t>Create</a:t>
            </a:r>
            <a:r>
              <a:rPr lang="tr-TR" sz="1800" dirty="0"/>
              <a:t> a Project </a:t>
            </a:r>
            <a:r>
              <a:rPr lang="tr-TR" sz="1800" dirty="0" err="1"/>
              <a:t>named</a:t>
            </a:r>
            <a:r>
              <a:rPr lang="tr-TR" sz="1800" dirty="0"/>
              <a:t> CENG201_LAB4</a:t>
            </a:r>
            <a:r>
              <a:rPr lang="tr-TR" dirty="0"/>
              <a:t>:</a:t>
            </a:r>
            <a:br>
              <a:rPr lang="tr-TR" dirty="0"/>
            </a:br>
            <a:r>
              <a:rPr lang="tr-TR" dirty="0"/>
              <a:t>1. BracketStack.java</a:t>
            </a:r>
            <a:br>
              <a:rPr lang="tr-TR" dirty="0"/>
            </a:br>
            <a:r>
              <a:rPr lang="tr-TR" dirty="0"/>
              <a:t>2. BalancedBrackets.java</a:t>
            </a:r>
          </a:p>
          <a:p>
            <a:r>
              <a:rPr lang="tr-TR" dirty="0"/>
              <a:t>3. BracketBalancedDemo.java</a:t>
            </a:r>
          </a:p>
          <a:p>
            <a:endParaRPr lang="tr-TR" sz="18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FE0B98B-18A6-6DFA-7294-4134A1D23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554" y="3983933"/>
            <a:ext cx="6487983" cy="278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3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F252EF1-6BF8-F638-6BA1-1063CAD2B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3794"/>
            <a:ext cx="10058400" cy="1373566"/>
          </a:xfrm>
        </p:spPr>
        <p:txBody>
          <a:bodyPr>
            <a:normAutofit/>
          </a:bodyPr>
          <a:lstStyle/>
          <a:p>
            <a:r>
              <a:rPr lang="tr-TR" sz="4000" i="0" dirty="0" err="1"/>
              <a:t>Exercise</a:t>
            </a:r>
            <a:r>
              <a:rPr lang="tr-TR" sz="4000" i="0" dirty="0"/>
              <a:t> 1: </a:t>
            </a:r>
            <a:r>
              <a:rPr lang="tr-TR" sz="4000" b="1" dirty="0" err="1"/>
              <a:t>Parenthesis</a:t>
            </a:r>
            <a:r>
              <a:rPr lang="tr-TR" sz="4000" b="1" dirty="0"/>
              <a:t> </a:t>
            </a:r>
            <a:r>
              <a:rPr lang="tr-TR" sz="4000" b="1" dirty="0" err="1"/>
              <a:t>Checker</a:t>
            </a:r>
            <a:br>
              <a:rPr lang="tr-TR" b="1" dirty="0"/>
            </a:br>
            <a:r>
              <a:rPr lang="tr-TR" dirty="0" err="1">
                <a:solidFill>
                  <a:schemeClr val="tx1"/>
                </a:solidFill>
              </a:rPr>
              <a:t>Add</a:t>
            </a:r>
            <a:r>
              <a:rPr lang="tr-TR" dirty="0">
                <a:solidFill>
                  <a:schemeClr val="tx1"/>
                </a:solidFill>
              </a:rPr>
              <a:t> an element </a:t>
            </a:r>
            <a:r>
              <a:rPr lang="tr-TR" dirty="0" err="1">
                <a:solidFill>
                  <a:schemeClr val="tx1"/>
                </a:solidFill>
              </a:rPr>
              <a:t>to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the</a:t>
            </a:r>
            <a:r>
              <a:rPr lang="tr-TR" dirty="0">
                <a:solidFill>
                  <a:schemeClr val="tx1"/>
                </a:solidFill>
              </a:rPr>
              <a:t> top of </a:t>
            </a:r>
            <a:r>
              <a:rPr lang="tr-TR" dirty="0" err="1">
                <a:solidFill>
                  <a:schemeClr val="tx1"/>
                </a:solidFill>
              </a:rPr>
              <a:t>the</a:t>
            </a:r>
            <a:r>
              <a:rPr lang="tr-TR" dirty="0">
                <a:solidFill>
                  <a:schemeClr val="tx1"/>
                </a:solidFill>
              </a:rPr>
              <a:t> </a:t>
            </a:r>
            <a:r>
              <a:rPr lang="tr-TR" dirty="0" err="1">
                <a:solidFill>
                  <a:schemeClr val="tx1"/>
                </a:solidFill>
              </a:rPr>
              <a:t>stack</a:t>
            </a:r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8AF66FD-9678-0E98-9C05-3003A291D254}"/>
              </a:ext>
            </a:extLst>
          </p:cNvPr>
          <p:cNvSpPr txBox="1"/>
          <p:nvPr/>
        </p:nvSpPr>
        <p:spPr>
          <a:xfrm>
            <a:off x="8170606" y="2453421"/>
            <a:ext cx="1160208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DE3BBF1-CC83-DE66-4B4D-20083EF9422C}"/>
              </a:ext>
            </a:extLst>
          </p:cNvPr>
          <p:cNvSpPr txBox="1"/>
          <p:nvPr/>
        </p:nvSpPr>
        <p:spPr>
          <a:xfrm>
            <a:off x="1097280" y="1799513"/>
            <a:ext cx="8597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Add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an element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to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top of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stack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. LİFO (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Last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In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First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Out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)</a:t>
            </a:r>
            <a:endParaRPr lang="tr-TR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60B85705-8E1A-A25B-C228-4A3E1525F55D}"/>
              </a:ext>
            </a:extLst>
          </p:cNvPr>
          <p:cNvSpPr txBox="1"/>
          <p:nvPr/>
        </p:nvSpPr>
        <p:spPr>
          <a:xfrm>
            <a:off x="2622754" y="3429000"/>
            <a:ext cx="3215148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tr-TR" sz="2400" dirty="0">
                <a:solidFill>
                  <a:schemeClr val="tx1"/>
                </a:solidFill>
                <a:effectLst/>
                <a:latin typeface="+mn-lt"/>
              </a:rPr>
              <a:t>1. </a:t>
            </a:r>
            <a:r>
              <a:rPr lang="tr-TR" sz="2400" dirty="0" err="1">
                <a:solidFill>
                  <a:schemeClr val="tx1"/>
                </a:solidFill>
                <a:effectLst/>
                <a:latin typeface="+mn-lt"/>
              </a:rPr>
              <a:t>newNode.next</a:t>
            </a:r>
            <a:r>
              <a:rPr lang="tr-TR" sz="2400" dirty="0">
                <a:solidFill>
                  <a:schemeClr val="tx1"/>
                </a:solidFill>
                <a:effectLst/>
                <a:latin typeface="+mn-lt"/>
              </a:rPr>
              <a:t> = top</a:t>
            </a:r>
            <a:r>
              <a:rPr lang="tr-TR" sz="2400" b="1" dirty="0">
                <a:solidFill>
                  <a:schemeClr val="tx1"/>
                </a:solidFill>
                <a:effectLst/>
                <a:latin typeface="+mn-lt"/>
              </a:rPr>
              <a:t>;</a:t>
            </a:r>
            <a:br>
              <a:rPr lang="tr-TR" sz="2400" b="1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tr-TR" sz="2400" dirty="0">
                <a:solidFill>
                  <a:schemeClr val="tx1"/>
                </a:solidFill>
                <a:effectLst/>
                <a:latin typeface="+mn-lt"/>
              </a:rPr>
              <a:t>2.</a:t>
            </a:r>
            <a:r>
              <a:rPr lang="tr-TR" sz="2400" b="1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2400" dirty="0">
                <a:solidFill>
                  <a:schemeClr val="tx1"/>
                </a:solidFill>
                <a:effectLst/>
                <a:latin typeface="+mn-lt"/>
              </a:rPr>
              <a:t>top = </a:t>
            </a:r>
            <a:r>
              <a:rPr lang="tr-TR" sz="2400" dirty="0" err="1">
                <a:solidFill>
                  <a:schemeClr val="tx1"/>
                </a:solidFill>
                <a:effectLst/>
                <a:latin typeface="+mn-lt"/>
              </a:rPr>
              <a:t>newNode</a:t>
            </a:r>
            <a:r>
              <a:rPr lang="tr-TR" sz="2400" b="1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tr-TR" sz="2400" dirty="0">
              <a:solidFill>
                <a:srgbClr val="C9C9D1"/>
              </a:solidFill>
              <a:effectLst/>
              <a:latin typeface="JetBrains Mono"/>
            </a:endParaRPr>
          </a:p>
        </p:txBody>
      </p:sp>
      <p:pic>
        <p:nvPicPr>
          <p:cNvPr id="13" name="Resim 12" descr="Lightbox">
            <a:extLst>
              <a:ext uri="{FF2B5EF4-FFF2-40B4-BE49-F238E27FC236}">
                <a16:creationId xmlns:a16="http://schemas.microsoft.com/office/drawing/2014/main" id="{166D63E1-9AE4-5E4A-B80F-10FBB14F8D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23" r="28616"/>
          <a:stretch>
            <a:fillRect/>
          </a:stretch>
        </p:blipFill>
        <p:spPr>
          <a:xfrm>
            <a:off x="0" y="2399280"/>
            <a:ext cx="1972920" cy="3844204"/>
          </a:xfrm>
          <a:prstGeom prst="rect">
            <a:avLst/>
          </a:prstGeom>
        </p:spPr>
      </p:pic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4CBF71C0-6A87-E9FD-15B5-9C36EA1AA55F}"/>
              </a:ext>
            </a:extLst>
          </p:cNvPr>
          <p:cNvSpPr/>
          <p:nvPr/>
        </p:nvSpPr>
        <p:spPr>
          <a:xfrm>
            <a:off x="8293509" y="5224928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A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4237B60F-0095-5B31-618E-53F539AEA05F}"/>
              </a:ext>
            </a:extLst>
          </p:cNvPr>
          <p:cNvSpPr/>
          <p:nvPr/>
        </p:nvSpPr>
        <p:spPr>
          <a:xfrm>
            <a:off x="8293509" y="4072379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B</a:t>
            </a:r>
          </a:p>
        </p:txBody>
      </p:sp>
      <p:sp>
        <p:nvSpPr>
          <p:cNvPr id="17" name="Ok: Yukarı 16">
            <a:extLst>
              <a:ext uri="{FF2B5EF4-FFF2-40B4-BE49-F238E27FC236}">
                <a16:creationId xmlns:a16="http://schemas.microsoft.com/office/drawing/2014/main" id="{318E6301-D517-572A-2E5C-0703804D7D72}"/>
              </a:ext>
            </a:extLst>
          </p:cNvPr>
          <p:cNvSpPr/>
          <p:nvPr/>
        </p:nvSpPr>
        <p:spPr>
          <a:xfrm rot="10800000">
            <a:off x="8652387" y="4672147"/>
            <a:ext cx="201559" cy="552781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F28F16FA-70A7-20C0-5B3F-28388562DF69}"/>
              </a:ext>
            </a:extLst>
          </p:cNvPr>
          <p:cNvSpPr txBox="1"/>
          <p:nvPr/>
        </p:nvSpPr>
        <p:spPr>
          <a:xfrm>
            <a:off x="7268498" y="4187597"/>
            <a:ext cx="5604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TOP</a:t>
            </a:r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ABBB3EF4-4D40-1958-7BB8-31126A084786}"/>
              </a:ext>
            </a:extLst>
          </p:cNvPr>
          <p:cNvSpPr/>
          <p:nvPr/>
        </p:nvSpPr>
        <p:spPr>
          <a:xfrm>
            <a:off x="8293509" y="2919830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 err="1"/>
              <a:t>newNode</a:t>
            </a:r>
            <a:endParaRPr lang="tr-TR" sz="1200" dirty="0"/>
          </a:p>
        </p:txBody>
      </p:sp>
      <p:sp>
        <p:nvSpPr>
          <p:cNvPr id="3" name="Ok: Yukarı 2">
            <a:extLst>
              <a:ext uri="{FF2B5EF4-FFF2-40B4-BE49-F238E27FC236}">
                <a16:creationId xmlns:a16="http://schemas.microsoft.com/office/drawing/2014/main" id="{7F11B8C3-9325-A3E1-C09E-11577505C990}"/>
              </a:ext>
            </a:extLst>
          </p:cNvPr>
          <p:cNvSpPr/>
          <p:nvPr/>
        </p:nvSpPr>
        <p:spPr>
          <a:xfrm rot="10800000">
            <a:off x="8649928" y="3536210"/>
            <a:ext cx="201559" cy="552781"/>
          </a:xfrm>
          <a:prstGeom prst="up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7CF0524-7655-CEF8-AA98-2071D357B81B}"/>
              </a:ext>
            </a:extLst>
          </p:cNvPr>
          <p:cNvSpPr txBox="1"/>
          <p:nvPr/>
        </p:nvSpPr>
        <p:spPr>
          <a:xfrm>
            <a:off x="9453713" y="3627934"/>
            <a:ext cx="2408907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tr-TR" sz="1800" dirty="0">
                <a:solidFill>
                  <a:schemeClr val="tx1"/>
                </a:solidFill>
                <a:effectLst/>
                <a:latin typeface="+mn-lt"/>
              </a:rPr>
              <a:t>1. </a:t>
            </a:r>
            <a:r>
              <a:rPr lang="tr-TR" sz="1800" dirty="0" err="1">
                <a:solidFill>
                  <a:schemeClr val="tx1"/>
                </a:solidFill>
                <a:effectLst/>
                <a:latin typeface="+mn-lt"/>
              </a:rPr>
              <a:t>newNode.next</a:t>
            </a:r>
            <a:r>
              <a:rPr lang="tr-TR" sz="1800" dirty="0">
                <a:solidFill>
                  <a:schemeClr val="tx1"/>
                </a:solidFill>
                <a:effectLst/>
                <a:latin typeface="+mn-lt"/>
              </a:rPr>
              <a:t> = top</a:t>
            </a:r>
            <a:r>
              <a:rPr lang="tr-TR" sz="1800" b="1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0789F8E3-DBA2-2607-F1F9-7E5EB3FA5B2D}"/>
              </a:ext>
            </a:extLst>
          </p:cNvPr>
          <p:cNvSpPr txBox="1"/>
          <p:nvPr/>
        </p:nvSpPr>
        <p:spPr>
          <a:xfrm>
            <a:off x="6469630" y="3059668"/>
            <a:ext cx="135930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2. (New)TOP</a:t>
            </a:r>
          </a:p>
        </p:txBody>
      </p:sp>
    </p:spTree>
    <p:extLst>
      <p:ext uri="{BB962C8B-B14F-4D97-AF65-F5344CB8AC3E}">
        <p14:creationId xmlns:p14="http://schemas.microsoft.com/office/powerpoint/2010/main" val="155993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6A6D2-8ED8-E4C1-0736-38D1654A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2AC2F34-C9E7-E4F4-C75C-14190E7D9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3794"/>
            <a:ext cx="10058400" cy="1373566"/>
          </a:xfrm>
        </p:spPr>
        <p:txBody>
          <a:bodyPr>
            <a:normAutofit/>
          </a:bodyPr>
          <a:lstStyle/>
          <a:p>
            <a:r>
              <a:rPr lang="tr-TR" sz="4000" i="0" dirty="0" err="1"/>
              <a:t>Exercise</a:t>
            </a:r>
            <a:r>
              <a:rPr lang="tr-TR" sz="4000" i="0" dirty="0"/>
              <a:t> 1: </a:t>
            </a:r>
            <a:r>
              <a:rPr lang="tr-TR" sz="4000" b="1" dirty="0" err="1"/>
              <a:t>Parenthesis</a:t>
            </a:r>
            <a:r>
              <a:rPr lang="tr-TR" sz="4000" b="1" dirty="0"/>
              <a:t> </a:t>
            </a:r>
            <a:r>
              <a:rPr lang="tr-TR" sz="4000" b="1" dirty="0" err="1"/>
              <a:t>Checker</a:t>
            </a:r>
            <a:br>
              <a:rPr lang="tr-TR" b="1" dirty="0"/>
            </a:br>
            <a:r>
              <a:rPr lang="en-US" b="1" dirty="0"/>
              <a:t>Remove and return the top element</a:t>
            </a:r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D3B7251-FB54-1898-7A62-47BBC04891DB}"/>
              </a:ext>
            </a:extLst>
          </p:cNvPr>
          <p:cNvSpPr txBox="1"/>
          <p:nvPr/>
        </p:nvSpPr>
        <p:spPr>
          <a:xfrm>
            <a:off x="8170606" y="2453421"/>
            <a:ext cx="1160208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618B9B28-3A1C-7B5A-2C22-46CDC0474AA7}"/>
              </a:ext>
            </a:extLst>
          </p:cNvPr>
          <p:cNvSpPr txBox="1"/>
          <p:nvPr/>
        </p:nvSpPr>
        <p:spPr>
          <a:xfrm>
            <a:off x="1128248" y="1792426"/>
            <a:ext cx="8597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dirty="0">
                <a:solidFill>
                  <a:schemeClr val="tx1"/>
                </a:solidFill>
                <a:effectLst/>
                <a:latin typeface="+mn-lt"/>
              </a:rPr>
              <a:t>Remove and return the top element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of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stack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. </a:t>
            </a:r>
            <a:endParaRPr lang="tr-TR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B5AF5AB-397E-54E6-FF44-CA8243B65523}"/>
              </a:ext>
            </a:extLst>
          </p:cNvPr>
          <p:cNvSpPr txBox="1"/>
          <p:nvPr/>
        </p:nvSpPr>
        <p:spPr>
          <a:xfrm>
            <a:off x="2507223" y="3360400"/>
            <a:ext cx="360598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tr-TR" sz="2400" dirty="0">
                <a:solidFill>
                  <a:schemeClr val="tx1"/>
                </a:solidFill>
                <a:effectLst/>
                <a:latin typeface="+mn-lt"/>
              </a:rPr>
              <a:t>1. 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char value = </a:t>
            </a:r>
            <a:r>
              <a:rPr lang="en-US" sz="2400" dirty="0" err="1">
                <a:solidFill>
                  <a:schemeClr val="tx1"/>
                </a:solidFill>
                <a:effectLst/>
                <a:latin typeface="+mn-lt"/>
              </a:rPr>
              <a:t>top.data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tr-TR" sz="24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tr-TR" sz="2400" dirty="0">
                <a:solidFill>
                  <a:schemeClr val="tx1"/>
                </a:solidFill>
              </a:rPr>
              <a:t>2.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 top = </a:t>
            </a:r>
            <a:r>
              <a:rPr lang="en-US" sz="2400" dirty="0" err="1">
                <a:solidFill>
                  <a:schemeClr val="tx1"/>
                </a:solidFill>
                <a:effectLst/>
                <a:latin typeface="+mn-lt"/>
              </a:rPr>
              <a:t>top.next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tr-TR" sz="24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tr-TR" sz="2400" dirty="0">
                <a:solidFill>
                  <a:schemeClr val="tx1"/>
                </a:solidFill>
              </a:rPr>
              <a:t>3. 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</a:rPr>
              <a:t>return value;</a:t>
            </a:r>
            <a:endParaRPr lang="tr-TR" sz="2400" dirty="0">
              <a:solidFill>
                <a:srgbClr val="C9C9D1"/>
              </a:solidFill>
              <a:effectLst/>
              <a:latin typeface="JetBrains Mono"/>
            </a:endParaRP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6729B845-CEFA-B94B-B8B2-6593A6953128}"/>
              </a:ext>
            </a:extLst>
          </p:cNvPr>
          <p:cNvSpPr/>
          <p:nvPr/>
        </p:nvSpPr>
        <p:spPr>
          <a:xfrm>
            <a:off x="8293509" y="5224928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A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71142894-A974-FF9C-A978-A8B3EC8CD1BA}"/>
              </a:ext>
            </a:extLst>
          </p:cNvPr>
          <p:cNvSpPr/>
          <p:nvPr/>
        </p:nvSpPr>
        <p:spPr>
          <a:xfrm>
            <a:off x="8293509" y="4072379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B</a:t>
            </a:r>
          </a:p>
        </p:txBody>
      </p:sp>
      <p:sp>
        <p:nvSpPr>
          <p:cNvPr id="17" name="Ok: Yukarı 16">
            <a:extLst>
              <a:ext uri="{FF2B5EF4-FFF2-40B4-BE49-F238E27FC236}">
                <a16:creationId xmlns:a16="http://schemas.microsoft.com/office/drawing/2014/main" id="{7E648110-17C9-F371-F14D-1FF329F52556}"/>
              </a:ext>
            </a:extLst>
          </p:cNvPr>
          <p:cNvSpPr/>
          <p:nvPr/>
        </p:nvSpPr>
        <p:spPr>
          <a:xfrm rot="10800000">
            <a:off x="8652387" y="4672147"/>
            <a:ext cx="201559" cy="552781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69024CB2-AA66-A49A-17C4-E37B7C2640A5}"/>
              </a:ext>
            </a:extLst>
          </p:cNvPr>
          <p:cNvSpPr txBox="1"/>
          <p:nvPr/>
        </p:nvSpPr>
        <p:spPr>
          <a:xfrm>
            <a:off x="9935497" y="1478325"/>
            <a:ext cx="5604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TOP</a:t>
            </a:r>
          </a:p>
        </p:txBody>
      </p:sp>
      <p:sp>
        <p:nvSpPr>
          <p:cNvPr id="20" name="Dikdörtgen: Köşeleri Yuvarlatılmış 19">
            <a:extLst>
              <a:ext uri="{FF2B5EF4-FFF2-40B4-BE49-F238E27FC236}">
                <a16:creationId xmlns:a16="http://schemas.microsoft.com/office/drawing/2014/main" id="{55C09029-3320-2780-CCAD-8044B814C7EB}"/>
              </a:ext>
            </a:extLst>
          </p:cNvPr>
          <p:cNvSpPr/>
          <p:nvPr/>
        </p:nvSpPr>
        <p:spPr>
          <a:xfrm>
            <a:off x="9832258" y="2042574"/>
            <a:ext cx="725128" cy="4218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C</a:t>
            </a:r>
          </a:p>
        </p:txBody>
      </p:sp>
      <p:sp>
        <p:nvSpPr>
          <p:cNvPr id="3" name="Ok: Yukarı 2">
            <a:extLst>
              <a:ext uri="{FF2B5EF4-FFF2-40B4-BE49-F238E27FC236}">
                <a16:creationId xmlns:a16="http://schemas.microsoft.com/office/drawing/2014/main" id="{68E9698B-8009-508C-FE6B-BF644AB5717C}"/>
              </a:ext>
            </a:extLst>
          </p:cNvPr>
          <p:cNvSpPr/>
          <p:nvPr/>
        </p:nvSpPr>
        <p:spPr>
          <a:xfrm rot="10800000">
            <a:off x="8686797" y="3478722"/>
            <a:ext cx="127820" cy="436760"/>
          </a:xfrm>
          <a:prstGeom prst="upArrow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" name="Resim 1" descr="Lightbox">
            <a:extLst>
              <a:ext uri="{FF2B5EF4-FFF2-40B4-BE49-F238E27FC236}">
                <a16:creationId xmlns:a16="http://schemas.microsoft.com/office/drawing/2014/main" id="{3FF2B0C8-52D2-9CB3-5E1A-E4C10108A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296" t="12945" r="6317" b="10773"/>
          <a:stretch>
            <a:fillRect/>
          </a:stretch>
        </p:blipFill>
        <p:spPr>
          <a:xfrm>
            <a:off x="58988" y="2253482"/>
            <a:ext cx="2138521" cy="3487567"/>
          </a:xfrm>
          <a:prstGeom prst="rect">
            <a:avLst/>
          </a:prstGeom>
        </p:spPr>
      </p:pic>
      <p:sp>
        <p:nvSpPr>
          <p:cNvPr id="5" name="Ok: Aşağı Bükülü 4">
            <a:extLst>
              <a:ext uri="{FF2B5EF4-FFF2-40B4-BE49-F238E27FC236}">
                <a16:creationId xmlns:a16="http://schemas.microsoft.com/office/drawing/2014/main" id="{3404CC6C-FEE8-BACC-3ACB-BD3AEA27BD1C}"/>
              </a:ext>
            </a:extLst>
          </p:cNvPr>
          <p:cNvSpPr/>
          <p:nvPr/>
        </p:nvSpPr>
        <p:spPr>
          <a:xfrm rot="19194448">
            <a:off x="8171772" y="1952846"/>
            <a:ext cx="1683294" cy="768563"/>
          </a:xfrm>
          <a:prstGeom prst="curvedDownArrow">
            <a:avLst>
              <a:gd name="adj1" fmla="val 22866"/>
              <a:gd name="adj2" fmla="val 50000"/>
              <a:gd name="adj3" fmla="val 25000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549FDA6B-3218-F321-47DB-B5E28840F83F}"/>
              </a:ext>
            </a:extLst>
          </p:cNvPr>
          <p:cNvSpPr txBox="1"/>
          <p:nvPr/>
        </p:nvSpPr>
        <p:spPr>
          <a:xfrm>
            <a:off x="7979124" y="1839554"/>
            <a:ext cx="602224" cy="369332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POP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4844D14A-D133-41F3-9296-955744A70ADF}"/>
              </a:ext>
            </a:extLst>
          </p:cNvPr>
          <p:cNvSpPr txBox="1"/>
          <p:nvPr/>
        </p:nvSpPr>
        <p:spPr>
          <a:xfrm>
            <a:off x="9379352" y="2551678"/>
            <a:ext cx="2723534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tr-TR" sz="2000" dirty="0">
                <a:solidFill>
                  <a:schemeClr val="tx1"/>
                </a:solidFill>
                <a:effectLst/>
                <a:latin typeface="+mn-lt"/>
              </a:rPr>
              <a:t>1. </a:t>
            </a:r>
            <a:r>
              <a:rPr lang="en-US" sz="2000" dirty="0">
                <a:solidFill>
                  <a:schemeClr val="tx1"/>
                </a:solidFill>
                <a:effectLst/>
                <a:latin typeface="+mn-lt"/>
              </a:rPr>
              <a:t>char value = </a:t>
            </a:r>
            <a:r>
              <a:rPr lang="en-US" sz="2000" dirty="0" err="1">
                <a:solidFill>
                  <a:schemeClr val="tx1"/>
                </a:solidFill>
                <a:effectLst/>
                <a:latin typeface="+mn-lt"/>
              </a:rPr>
              <a:t>top.data</a:t>
            </a:r>
            <a:r>
              <a:rPr lang="en-US" sz="200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tr-TR" sz="20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77D0E237-D630-9DC7-23F2-77B2EBBE4E67}"/>
              </a:ext>
            </a:extLst>
          </p:cNvPr>
          <p:cNvSpPr txBox="1"/>
          <p:nvPr/>
        </p:nvSpPr>
        <p:spPr>
          <a:xfrm>
            <a:off x="9409478" y="4110406"/>
            <a:ext cx="2723534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tr-TR" sz="2000" dirty="0"/>
              <a:t>2</a:t>
            </a:r>
            <a:r>
              <a:rPr lang="tr-TR" sz="2000" dirty="0">
                <a:solidFill>
                  <a:schemeClr val="tx1"/>
                </a:solidFill>
                <a:effectLst/>
                <a:latin typeface="+mn-lt"/>
              </a:rPr>
              <a:t>. (NEW) top = </a:t>
            </a:r>
            <a:r>
              <a:rPr lang="tr-TR" sz="2000" dirty="0" err="1">
                <a:solidFill>
                  <a:schemeClr val="tx1"/>
                </a:solidFill>
                <a:effectLst/>
                <a:latin typeface="+mn-lt"/>
              </a:rPr>
              <a:t>top.next</a:t>
            </a:r>
            <a:r>
              <a:rPr lang="en-US" sz="2000" dirty="0">
                <a:solidFill>
                  <a:schemeClr val="tx1"/>
                </a:solidFill>
                <a:effectLst/>
                <a:latin typeface="+mn-lt"/>
              </a:rPr>
              <a:t>;</a:t>
            </a:r>
            <a:endParaRPr lang="tr-TR" sz="20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5A0327E7-A69B-A869-39BF-554B3D54E8D0}"/>
              </a:ext>
            </a:extLst>
          </p:cNvPr>
          <p:cNvSpPr txBox="1"/>
          <p:nvPr/>
        </p:nvSpPr>
        <p:spPr>
          <a:xfrm>
            <a:off x="7420291" y="3070308"/>
            <a:ext cx="5604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TOP</a:t>
            </a:r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D52FEE4B-3E32-D4F4-5F86-610B6BD74211}"/>
              </a:ext>
            </a:extLst>
          </p:cNvPr>
          <p:cNvSpPr txBox="1"/>
          <p:nvPr/>
        </p:nvSpPr>
        <p:spPr>
          <a:xfrm>
            <a:off x="6715432" y="4223136"/>
            <a:ext cx="1263692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(NEW) TOP</a:t>
            </a:r>
          </a:p>
        </p:txBody>
      </p:sp>
      <p:sp>
        <p:nvSpPr>
          <p:cNvPr id="28" name="Dikdörtgen: Köşeleri Yuvarlatılmış 27">
            <a:extLst>
              <a:ext uri="{FF2B5EF4-FFF2-40B4-BE49-F238E27FC236}">
                <a16:creationId xmlns:a16="http://schemas.microsoft.com/office/drawing/2014/main" id="{9AAC67FA-559C-0953-B4C7-7AAE0AA0E6A8}"/>
              </a:ext>
            </a:extLst>
          </p:cNvPr>
          <p:cNvSpPr/>
          <p:nvPr/>
        </p:nvSpPr>
        <p:spPr>
          <a:xfrm>
            <a:off x="8495069" y="3203614"/>
            <a:ext cx="511277" cy="26941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r-TR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3709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58FB-C5E5-FD35-1E5C-57DCFFA75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AB2EFF-81F3-C9EF-09DF-5266D022A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0602"/>
            <a:ext cx="10058400" cy="1486757"/>
          </a:xfrm>
        </p:spPr>
        <p:txBody>
          <a:bodyPr>
            <a:normAutofit/>
          </a:bodyPr>
          <a:lstStyle/>
          <a:p>
            <a:r>
              <a:rPr lang="tr-TR" sz="4000" i="0" dirty="0" err="1"/>
              <a:t>Exercise</a:t>
            </a:r>
            <a:r>
              <a:rPr lang="tr-TR" sz="4000" i="0" dirty="0"/>
              <a:t> 1: </a:t>
            </a:r>
            <a:r>
              <a:rPr lang="tr-TR" sz="4000" b="1" dirty="0" err="1"/>
              <a:t>Parenthesis</a:t>
            </a:r>
            <a:r>
              <a:rPr lang="tr-TR" sz="4000" b="1" dirty="0"/>
              <a:t> </a:t>
            </a:r>
            <a:r>
              <a:rPr lang="tr-TR" sz="4000" b="1" dirty="0" err="1"/>
              <a:t>Checker</a:t>
            </a:r>
            <a:br>
              <a:rPr lang="tr-TR" b="1" dirty="0"/>
            </a:br>
            <a:r>
              <a:rPr lang="tr-TR" dirty="0" err="1"/>
              <a:t>isBalanced</a:t>
            </a:r>
            <a:r>
              <a:rPr lang="tr-TR" dirty="0"/>
              <a:t>() </a:t>
            </a:r>
            <a:r>
              <a:rPr lang="tr-TR" dirty="0" err="1"/>
              <a:t>function</a:t>
            </a:r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0722AA1E-B722-27AE-35E7-0E846D7F5262}"/>
              </a:ext>
            </a:extLst>
          </p:cNvPr>
          <p:cNvSpPr txBox="1"/>
          <p:nvPr/>
        </p:nvSpPr>
        <p:spPr>
          <a:xfrm>
            <a:off x="8170606" y="2453421"/>
            <a:ext cx="1160208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405F47E2-06CE-C0D1-2CA2-1B9D5C1B11A8}"/>
              </a:ext>
            </a:extLst>
          </p:cNvPr>
          <p:cNvSpPr txBox="1"/>
          <p:nvPr/>
        </p:nvSpPr>
        <p:spPr>
          <a:xfrm>
            <a:off x="1127448" y="1810754"/>
            <a:ext cx="66785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chemeClr val="accent1"/>
              </a:buClr>
              <a:buSzPct val="100000"/>
            </a:pP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determine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expression</a:t>
            </a:r>
            <a:r>
              <a:rPr lang="tr-TR" dirty="0"/>
              <a:t> is </a:t>
            </a:r>
            <a:r>
              <a:rPr lang="tr-TR" b="1" dirty="0" err="1"/>
              <a:t>balanced</a:t>
            </a:r>
            <a:r>
              <a:rPr lang="tr-TR" b="1" dirty="0"/>
              <a:t> </a:t>
            </a:r>
            <a:r>
              <a:rPr lang="tr-TR" dirty="0" err="1"/>
              <a:t>or</a:t>
            </a:r>
            <a:r>
              <a:rPr lang="tr-TR" dirty="0"/>
              <a:t> not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endParaRPr lang="tr-TR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F3FFCA3-9422-1CF3-54E4-99FB0CAA17B4}"/>
              </a:ext>
            </a:extLst>
          </p:cNvPr>
          <p:cNvSpPr txBox="1"/>
          <p:nvPr/>
        </p:nvSpPr>
        <p:spPr>
          <a:xfrm>
            <a:off x="1229029" y="2453421"/>
            <a:ext cx="5363498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tr-TR" dirty="0"/>
              <a:t>1. Traverse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string</a:t>
            </a:r>
            <a:r>
              <a:rPr lang="tr-TR" dirty="0"/>
              <a:t> </a:t>
            </a:r>
            <a:r>
              <a:rPr lang="tr-TR" dirty="0" err="1"/>
              <a:t>character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character</a:t>
            </a:r>
            <a:r>
              <a:rPr lang="tr-TR" dirty="0"/>
              <a:t>. (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loop</a:t>
            </a:r>
            <a:r>
              <a:rPr lang="tr-TR" dirty="0"/>
              <a:t>)</a:t>
            </a:r>
          </a:p>
          <a:p>
            <a:r>
              <a:rPr lang="tr-TR" dirty="0"/>
              <a:t>2. </a:t>
            </a:r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character</a:t>
            </a:r>
            <a:r>
              <a:rPr lang="tr-TR" dirty="0"/>
              <a:t> is </a:t>
            </a:r>
            <a:r>
              <a:rPr lang="tr-TR" b="1" dirty="0"/>
              <a:t>an </a:t>
            </a:r>
            <a:r>
              <a:rPr lang="tr-TR" b="1" dirty="0" err="1"/>
              <a:t>opening</a:t>
            </a:r>
            <a:r>
              <a:rPr lang="tr-TR" b="1" dirty="0"/>
              <a:t> </a:t>
            </a:r>
            <a:r>
              <a:rPr lang="tr-TR" b="1" dirty="0" err="1"/>
              <a:t>bracket</a:t>
            </a:r>
            <a:r>
              <a:rPr lang="tr-TR" dirty="0"/>
              <a:t>,</a:t>
            </a:r>
          </a:p>
          <a:p>
            <a:r>
              <a:rPr lang="tr-TR" dirty="0"/>
              <a:t>            </a:t>
            </a:r>
            <a:r>
              <a:rPr lang="tr-TR" b="1" dirty="0" err="1"/>
              <a:t>push</a:t>
            </a:r>
            <a:r>
              <a:rPr lang="tr-TR" b="1" dirty="0"/>
              <a:t> it </a:t>
            </a:r>
            <a:r>
              <a:rPr lang="tr-TR" b="1" dirty="0" err="1"/>
              <a:t>onto</a:t>
            </a:r>
            <a:r>
              <a:rPr lang="tr-TR" b="1" dirty="0"/>
              <a:t> </a:t>
            </a:r>
            <a:r>
              <a:rPr lang="tr-TR" b="1" dirty="0" err="1"/>
              <a:t>the</a:t>
            </a:r>
            <a:r>
              <a:rPr lang="tr-TR" b="1" dirty="0"/>
              <a:t> </a:t>
            </a:r>
            <a:r>
              <a:rPr lang="tr-TR" dirty="0" err="1"/>
              <a:t>stack</a:t>
            </a:r>
            <a:r>
              <a:rPr lang="tr-TR" dirty="0"/>
              <a:t>.</a:t>
            </a:r>
          </a:p>
          <a:p>
            <a:r>
              <a:rPr lang="tr-TR" dirty="0"/>
              <a:t>3. </a:t>
            </a:r>
            <a:r>
              <a:rPr lang="tr-TR" dirty="0" err="1"/>
              <a:t>If</a:t>
            </a:r>
            <a:r>
              <a:rPr lang="tr-TR" dirty="0"/>
              <a:t> it is </a:t>
            </a:r>
            <a:r>
              <a:rPr lang="tr-TR" b="1" dirty="0"/>
              <a:t>a </a:t>
            </a:r>
            <a:r>
              <a:rPr lang="tr-TR" b="1" dirty="0" err="1"/>
              <a:t>closing</a:t>
            </a:r>
            <a:r>
              <a:rPr lang="tr-TR" b="1" dirty="0"/>
              <a:t> </a:t>
            </a:r>
            <a:r>
              <a:rPr lang="tr-TR" b="1" dirty="0" err="1"/>
              <a:t>bracket</a:t>
            </a:r>
            <a:r>
              <a:rPr lang="tr-TR" dirty="0"/>
              <a:t>:</a:t>
            </a:r>
          </a:p>
          <a:p>
            <a:r>
              <a:rPr lang="tr-TR" dirty="0"/>
              <a:t>          - a. </a:t>
            </a:r>
            <a:r>
              <a:rPr lang="tr-TR" dirty="0" err="1"/>
              <a:t>Check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stack</a:t>
            </a:r>
            <a:r>
              <a:rPr lang="tr-TR" dirty="0"/>
              <a:t> is </a:t>
            </a:r>
            <a:r>
              <a:rPr lang="tr-TR" dirty="0" err="1"/>
              <a:t>empty</a:t>
            </a:r>
            <a:r>
              <a:rPr lang="tr-TR" dirty="0"/>
              <a:t>.</a:t>
            </a:r>
          </a:p>
          <a:p>
            <a:r>
              <a:rPr lang="tr-TR" dirty="0"/>
              <a:t>          - b. Pop </a:t>
            </a:r>
            <a:r>
              <a:rPr lang="tr-TR" dirty="0" err="1"/>
              <a:t>the</a:t>
            </a:r>
            <a:r>
              <a:rPr lang="tr-TR" dirty="0"/>
              <a:t> top </a:t>
            </a:r>
            <a:r>
              <a:rPr lang="tr-TR" dirty="0" err="1"/>
              <a:t>opening</a:t>
            </a:r>
            <a:r>
              <a:rPr lang="tr-TR" dirty="0"/>
              <a:t> </a:t>
            </a:r>
            <a:r>
              <a:rPr lang="tr-TR" dirty="0" err="1"/>
              <a:t>bracket</a:t>
            </a:r>
            <a:r>
              <a:rPr lang="tr-TR" dirty="0"/>
              <a:t>.</a:t>
            </a:r>
          </a:p>
          <a:p>
            <a:r>
              <a:rPr lang="tr-TR" dirty="0"/>
              <a:t>          - c. </a:t>
            </a:r>
            <a:r>
              <a:rPr lang="tr-TR" dirty="0" err="1"/>
              <a:t>Check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brackets</a:t>
            </a:r>
            <a:r>
              <a:rPr lang="tr-TR" dirty="0"/>
              <a:t> </a:t>
            </a:r>
            <a:r>
              <a:rPr lang="tr-TR" dirty="0" err="1"/>
              <a:t>match</a:t>
            </a:r>
            <a:r>
              <a:rPr lang="tr-TR" dirty="0"/>
              <a:t> (</a:t>
            </a:r>
            <a:r>
              <a:rPr lang="tr-TR" dirty="0" err="1"/>
              <a:t>isMatchingPair</a:t>
            </a:r>
            <a:r>
              <a:rPr lang="tr-TR" dirty="0"/>
              <a:t>() </a:t>
            </a:r>
            <a:r>
              <a:rPr lang="tr-TR" dirty="0" err="1"/>
              <a:t>method</a:t>
            </a:r>
            <a:r>
              <a:rPr lang="tr-TR" dirty="0"/>
              <a:t>)</a:t>
            </a:r>
          </a:p>
          <a:p>
            <a:r>
              <a:rPr lang="tr-TR" dirty="0"/>
              <a:t>4. At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end</a:t>
            </a:r>
            <a:r>
              <a:rPr lang="tr-TR" dirty="0"/>
              <a:t>, </a:t>
            </a:r>
            <a:r>
              <a:rPr lang="tr-TR" dirty="0" err="1"/>
              <a:t>check</a:t>
            </a:r>
            <a:r>
              <a:rPr lang="tr-TR" dirty="0"/>
              <a:t> </a:t>
            </a:r>
            <a:r>
              <a:rPr lang="tr-TR" dirty="0" err="1"/>
              <a:t>whether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stack</a:t>
            </a:r>
            <a:r>
              <a:rPr lang="tr-TR" dirty="0"/>
              <a:t> is </a:t>
            </a:r>
            <a:r>
              <a:rPr lang="tr-TR" dirty="0" err="1"/>
              <a:t>empty</a:t>
            </a:r>
            <a:r>
              <a:rPr lang="tr-TR" dirty="0"/>
              <a:t>.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A2D41F15-FE85-F557-ACB9-382F2BA842B9}"/>
              </a:ext>
            </a:extLst>
          </p:cNvPr>
          <p:cNvSpPr/>
          <p:nvPr/>
        </p:nvSpPr>
        <p:spPr>
          <a:xfrm>
            <a:off x="8293509" y="5467642"/>
            <a:ext cx="914400" cy="35705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[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2AA569D4-89C3-EE68-6699-4ABF6E287428}"/>
              </a:ext>
            </a:extLst>
          </p:cNvPr>
          <p:cNvSpPr/>
          <p:nvPr/>
        </p:nvSpPr>
        <p:spPr>
          <a:xfrm>
            <a:off x="8293507" y="4812308"/>
            <a:ext cx="914399" cy="3186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{</a:t>
            </a:r>
          </a:p>
        </p:txBody>
      </p:sp>
      <p:sp>
        <p:nvSpPr>
          <p:cNvPr id="17" name="Ok: Yukarı 16">
            <a:extLst>
              <a:ext uri="{FF2B5EF4-FFF2-40B4-BE49-F238E27FC236}">
                <a16:creationId xmlns:a16="http://schemas.microsoft.com/office/drawing/2014/main" id="{9F3237CA-DBED-8243-22F6-02DD95455CD0}"/>
              </a:ext>
            </a:extLst>
          </p:cNvPr>
          <p:cNvSpPr/>
          <p:nvPr/>
        </p:nvSpPr>
        <p:spPr>
          <a:xfrm rot="10800000">
            <a:off x="8659760" y="5130941"/>
            <a:ext cx="181894" cy="318631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42FB859E-ADC1-4E86-814A-4467C74B39CC}"/>
              </a:ext>
            </a:extLst>
          </p:cNvPr>
          <p:cNvSpPr txBox="1"/>
          <p:nvPr/>
        </p:nvSpPr>
        <p:spPr>
          <a:xfrm>
            <a:off x="7317535" y="4223136"/>
            <a:ext cx="619433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TOP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D62F063D-B57C-C335-EFAF-7EAC765A2093}"/>
              </a:ext>
            </a:extLst>
          </p:cNvPr>
          <p:cNvSpPr txBox="1"/>
          <p:nvPr/>
        </p:nvSpPr>
        <p:spPr>
          <a:xfrm>
            <a:off x="1127448" y="5467642"/>
            <a:ext cx="8979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String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endParaRPr lang="tr-TR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0FD9941A-3905-FB66-BEAC-C33CEB578500}"/>
              </a:ext>
            </a:extLst>
          </p:cNvPr>
          <p:cNvSpPr txBox="1"/>
          <p:nvPr/>
        </p:nvSpPr>
        <p:spPr>
          <a:xfrm>
            <a:off x="2216928" y="5467642"/>
            <a:ext cx="245809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sz="1800" b="0" dirty="0">
                <a:solidFill>
                  <a:schemeClr val="bg1"/>
                </a:solidFill>
                <a:effectLst/>
                <a:latin typeface="+mn-lt"/>
              </a:rPr>
              <a:t>[</a:t>
            </a:r>
            <a:endParaRPr lang="tr-TR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E78ACF28-8F44-791A-5A65-B27869931557}"/>
              </a:ext>
            </a:extLst>
          </p:cNvPr>
          <p:cNvSpPr txBox="1"/>
          <p:nvPr/>
        </p:nvSpPr>
        <p:spPr>
          <a:xfrm>
            <a:off x="2629640" y="5467642"/>
            <a:ext cx="245809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{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8F7C7971-302A-58DA-03EA-7B20BF6D760B}"/>
              </a:ext>
            </a:extLst>
          </p:cNvPr>
          <p:cNvSpPr txBox="1"/>
          <p:nvPr/>
        </p:nvSpPr>
        <p:spPr>
          <a:xfrm>
            <a:off x="3116335" y="5467642"/>
            <a:ext cx="245809" cy="3693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dirty="0">
                <a:solidFill>
                  <a:schemeClr val="bg1"/>
                </a:solidFill>
              </a:rPr>
              <a:t>(</a:t>
            </a:r>
            <a:endParaRPr lang="tr-TR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9D028737-310D-9702-B74A-076A6808891C}"/>
              </a:ext>
            </a:extLst>
          </p:cNvPr>
          <p:cNvSpPr txBox="1"/>
          <p:nvPr/>
        </p:nvSpPr>
        <p:spPr>
          <a:xfrm>
            <a:off x="3529047" y="5467642"/>
            <a:ext cx="245809" cy="36933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dirty="0">
                <a:solidFill>
                  <a:schemeClr val="bg1"/>
                </a:solidFill>
              </a:rPr>
              <a:t>)</a:t>
            </a:r>
            <a:endParaRPr lang="tr-TR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8C47A122-30B5-B743-1FF2-7182A17EE5D0}"/>
              </a:ext>
            </a:extLst>
          </p:cNvPr>
          <p:cNvSpPr txBox="1"/>
          <p:nvPr/>
        </p:nvSpPr>
        <p:spPr>
          <a:xfrm>
            <a:off x="3897759" y="5467642"/>
            <a:ext cx="31979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tr-TR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83F71AAB-5F09-B7D9-BBF8-7FECA3490278}"/>
              </a:ext>
            </a:extLst>
          </p:cNvPr>
          <p:cNvSpPr txBox="1"/>
          <p:nvPr/>
        </p:nvSpPr>
        <p:spPr>
          <a:xfrm>
            <a:off x="4370193" y="5467642"/>
            <a:ext cx="245809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dirty="0">
                <a:solidFill>
                  <a:schemeClr val="bg1"/>
                </a:solidFill>
              </a:rPr>
              <a:t>]</a:t>
            </a:r>
            <a:endParaRPr lang="tr-TR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Metin kutusu 35">
            <a:extLst>
              <a:ext uri="{FF2B5EF4-FFF2-40B4-BE49-F238E27FC236}">
                <a16:creationId xmlns:a16="http://schemas.microsoft.com/office/drawing/2014/main" id="{262DBC5E-D314-34AE-CF0F-4D5EC1E669EF}"/>
              </a:ext>
            </a:extLst>
          </p:cNvPr>
          <p:cNvSpPr txBox="1"/>
          <p:nvPr/>
        </p:nvSpPr>
        <p:spPr>
          <a:xfrm>
            <a:off x="9424461" y="5497611"/>
            <a:ext cx="2875935" cy="3077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sz="1400" dirty="0"/>
              <a:t>Control of </a:t>
            </a:r>
            <a:r>
              <a:rPr lang="tr-TR" sz="1400" dirty="0" err="1"/>
              <a:t>opening</a:t>
            </a:r>
            <a:r>
              <a:rPr lang="tr-TR" sz="1400" dirty="0"/>
              <a:t> </a:t>
            </a:r>
            <a:r>
              <a:rPr lang="tr-TR" sz="1400" dirty="0" err="1"/>
              <a:t>bracket</a:t>
            </a:r>
            <a:r>
              <a:rPr lang="tr-TR" sz="1400" dirty="0"/>
              <a:t> </a:t>
            </a:r>
            <a:r>
              <a:rPr lang="tr-TR" sz="1400" dirty="0">
                <a:sym typeface="Wingdings" panose="05000000000000000000" pitchFamily="2" charset="2"/>
              </a:rPr>
              <a:t> PUSH</a:t>
            </a:r>
            <a:endParaRPr lang="tr-TR" sz="1400" dirty="0"/>
          </a:p>
        </p:txBody>
      </p:sp>
      <p:sp>
        <p:nvSpPr>
          <p:cNvPr id="38" name="Metin kutusu 37">
            <a:extLst>
              <a:ext uri="{FF2B5EF4-FFF2-40B4-BE49-F238E27FC236}">
                <a16:creationId xmlns:a16="http://schemas.microsoft.com/office/drawing/2014/main" id="{7EA927CB-8BDB-D442-066D-0CCC54A359A6}"/>
              </a:ext>
            </a:extLst>
          </p:cNvPr>
          <p:cNvSpPr txBox="1"/>
          <p:nvPr/>
        </p:nvSpPr>
        <p:spPr>
          <a:xfrm>
            <a:off x="9424461" y="4884855"/>
            <a:ext cx="28466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sz="1400" dirty="0"/>
              <a:t>Control of </a:t>
            </a:r>
            <a:r>
              <a:rPr lang="tr-TR" sz="1400" dirty="0" err="1"/>
              <a:t>opening</a:t>
            </a:r>
            <a:r>
              <a:rPr lang="tr-TR" sz="1400" dirty="0"/>
              <a:t> </a:t>
            </a:r>
            <a:r>
              <a:rPr lang="tr-TR" sz="1400" dirty="0" err="1"/>
              <a:t>bracket</a:t>
            </a:r>
            <a:r>
              <a:rPr lang="tr-TR" sz="1400" dirty="0"/>
              <a:t> </a:t>
            </a:r>
            <a:r>
              <a:rPr lang="tr-TR" sz="1400" dirty="0">
                <a:sym typeface="Wingdings" panose="05000000000000000000" pitchFamily="2" charset="2"/>
              </a:rPr>
              <a:t> PUSH</a:t>
            </a:r>
            <a:endParaRPr lang="tr-TR" sz="1400" dirty="0"/>
          </a:p>
        </p:txBody>
      </p:sp>
      <p:sp>
        <p:nvSpPr>
          <p:cNvPr id="40" name="Ok: Yukarı 39">
            <a:extLst>
              <a:ext uri="{FF2B5EF4-FFF2-40B4-BE49-F238E27FC236}">
                <a16:creationId xmlns:a16="http://schemas.microsoft.com/office/drawing/2014/main" id="{CC2B440B-57FD-AF12-0A90-825EE70B5D7E}"/>
              </a:ext>
            </a:extLst>
          </p:cNvPr>
          <p:cNvSpPr/>
          <p:nvPr/>
        </p:nvSpPr>
        <p:spPr>
          <a:xfrm rot="10800000">
            <a:off x="8659760" y="4480109"/>
            <a:ext cx="181894" cy="318631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FE5B30EB-4659-3BF7-68CB-7C430858F50D}"/>
              </a:ext>
            </a:extLst>
          </p:cNvPr>
          <p:cNvSpPr txBox="1"/>
          <p:nvPr/>
        </p:nvSpPr>
        <p:spPr>
          <a:xfrm>
            <a:off x="9424460" y="4172332"/>
            <a:ext cx="2875935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sz="1400" dirty="0"/>
              <a:t>Control of </a:t>
            </a:r>
            <a:r>
              <a:rPr lang="tr-TR" sz="1400" dirty="0" err="1"/>
              <a:t>opening</a:t>
            </a:r>
            <a:r>
              <a:rPr lang="tr-TR" sz="1400" dirty="0"/>
              <a:t> </a:t>
            </a:r>
            <a:r>
              <a:rPr lang="tr-TR" sz="1400" dirty="0" err="1"/>
              <a:t>bracket</a:t>
            </a:r>
            <a:r>
              <a:rPr lang="tr-TR" sz="1400" dirty="0"/>
              <a:t> </a:t>
            </a:r>
            <a:r>
              <a:rPr lang="tr-TR" sz="1400" dirty="0">
                <a:sym typeface="Wingdings" panose="05000000000000000000" pitchFamily="2" charset="2"/>
              </a:rPr>
              <a:t> PUSH</a:t>
            </a:r>
            <a:endParaRPr lang="tr-TR" sz="1400" dirty="0"/>
          </a:p>
        </p:txBody>
      </p:sp>
      <p:sp>
        <p:nvSpPr>
          <p:cNvPr id="46" name="Dikdörtgen: Köşeleri Yuvarlatılmış 45">
            <a:extLst>
              <a:ext uri="{FF2B5EF4-FFF2-40B4-BE49-F238E27FC236}">
                <a16:creationId xmlns:a16="http://schemas.microsoft.com/office/drawing/2014/main" id="{C7D332B6-D347-E333-DABA-7A47472740F1}"/>
              </a:ext>
            </a:extLst>
          </p:cNvPr>
          <p:cNvSpPr/>
          <p:nvPr/>
        </p:nvSpPr>
        <p:spPr>
          <a:xfrm>
            <a:off x="8293507" y="4196553"/>
            <a:ext cx="914399" cy="3186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(</a:t>
            </a:r>
          </a:p>
        </p:txBody>
      </p:sp>
    </p:spTree>
    <p:extLst>
      <p:ext uri="{BB962C8B-B14F-4D97-AF65-F5344CB8AC3E}">
        <p14:creationId xmlns:p14="http://schemas.microsoft.com/office/powerpoint/2010/main" val="1064605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1CA0-D073-5ED0-E98D-3858CCE3A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455176-8F6A-9CD1-8ACD-310543A9C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0602"/>
            <a:ext cx="10058400" cy="1486757"/>
          </a:xfrm>
        </p:spPr>
        <p:txBody>
          <a:bodyPr>
            <a:normAutofit/>
          </a:bodyPr>
          <a:lstStyle/>
          <a:p>
            <a:r>
              <a:rPr lang="tr-TR" sz="4000" i="0" dirty="0" err="1"/>
              <a:t>Exercise</a:t>
            </a:r>
            <a:r>
              <a:rPr lang="tr-TR" sz="4000" i="0" dirty="0"/>
              <a:t> 1: </a:t>
            </a:r>
            <a:r>
              <a:rPr lang="tr-TR" sz="4000" b="1" dirty="0" err="1"/>
              <a:t>Parenthesis</a:t>
            </a:r>
            <a:r>
              <a:rPr lang="tr-TR" sz="4000" b="1" dirty="0"/>
              <a:t> </a:t>
            </a:r>
            <a:r>
              <a:rPr lang="tr-TR" sz="4000" b="1" dirty="0" err="1"/>
              <a:t>Checker</a:t>
            </a:r>
            <a:br>
              <a:rPr lang="tr-TR" b="1" dirty="0"/>
            </a:br>
            <a:r>
              <a:rPr lang="tr-TR" dirty="0" err="1"/>
              <a:t>isMatchingPair</a:t>
            </a:r>
            <a:r>
              <a:rPr lang="tr-TR" dirty="0"/>
              <a:t>() </a:t>
            </a:r>
            <a:r>
              <a:rPr lang="tr-TR" dirty="0" err="1"/>
              <a:t>function</a:t>
            </a:r>
            <a:endParaRPr lang="tr-TR" dirty="0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8E19BDA8-3BC5-5FD1-5BC6-8B995F2991EA}"/>
              </a:ext>
            </a:extLst>
          </p:cNvPr>
          <p:cNvSpPr txBox="1"/>
          <p:nvPr/>
        </p:nvSpPr>
        <p:spPr>
          <a:xfrm>
            <a:off x="5763359" y="2807383"/>
            <a:ext cx="1160208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1606BB87-0A11-A36E-4E32-4416407966BC}"/>
              </a:ext>
            </a:extLst>
          </p:cNvPr>
          <p:cNvSpPr txBox="1"/>
          <p:nvPr/>
        </p:nvSpPr>
        <p:spPr>
          <a:xfrm>
            <a:off x="399861" y="1961482"/>
            <a:ext cx="5363498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tr-TR" dirty="0" err="1"/>
              <a:t>Check</a:t>
            </a:r>
            <a:r>
              <a:rPr lang="tr-TR" dirty="0"/>
              <a:t>: ( </a:t>
            </a:r>
            <a:r>
              <a:rPr lang="tr-TR" dirty="0" err="1"/>
              <a:t>matches</a:t>
            </a:r>
            <a:r>
              <a:rPr lang="tr-TR" dirty="0"/>
              <a:t> ) </a:t>
            </a:r>
            <a:r>
              <a:rPr lang="tr-TR" dirty="0">
                <a:sym typeface="Wingdings" panose="05000000000000000000" pitchFamily="2" charset="2"/>
              </a:rPr>
              <a:t> </a:t>
            </a:r>
            <a:r>
              <a:rPr lang="tr-TR" dirty="0" err="1">
                <a:sym typeface="Wingdings" panose="05000000000000000000" pitchFamily="2" charset="2"/>
              </a:rPr>
              <a:t>return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true</a:t>
            </a:r>
            <a:endParaRPr lang="tr-TR" dirty="0"/>
          </a:p>
          <a:p>
            <a:r>
              <a:rPr lang="tr-TR" dirty="0" err="1"/>
              <a:t>Check</a:t>
            </a:r>
            <a:r>
              <a:rPr lang="tr-TR" dirty="0"/>
              <a:t>: [ </a:t>
            </a:r>
            <a:r>
              <a:rPr lang="tr-TR" dirty="0" err="1"/>
              <a:t>matches</a:t>
            </a:r>
            <a:r>
              <a:rPr lang="tr-TR" dirty="0"/>
              <a:t> ] </a:t>
            </a:r>
            <a:r>
              <a:rPr lang="tr-TR" dirty="0">
                <a:sym typeface="Wingdings" panose="05000000000000000000" pitchFamily="2" charset="2"/>
              </a:rPr>
              <a:t> </a:t>
            </a:r>
            <a:r>
              <a:rPr lang="tr-TR" dirty="0" err="1">
                <a:sym typeface="Wingdings" panose="05000000000000000000" pitchFamily="2" charset="2"/>
              </a:rPr>
              <a:t>return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true</a:t>
            </a:r>
            <a:endParaRPr lang="tr-TR" dirty="0"/>
          </a:p>
          <a:p>
            <a:r>
              <a:rPr lang="tr-TR" dirty="0" err="1"/>
              <a:t>Check</a:t>
            </a:r>
            <a:r>
              <a:rPr lang="tr-TR" dirty="0"/>
              <a:t>: { </a:t>
            </a:r>
            <a:r>
              <a:rPr lang="tr-TR" dirty="0" err="1"/>
              <a:t>matches</a:t>
            </a:r>
            <a:r>
              <a:rPr lang="tr-TR" dirty="0"/>
              <a:t> } </a:t>
            </a:r>
            <a:r>
              <a:rPr lang="tr-TR" dirty="0">
                <a:sym typeface="Wingdings" panose="05000000000000000000" pitchFamily="2" charset="2"/>
              </a:rPr>
              <a:t> </a:t>
            </a:r>
            <a:r>
              <a:rPr lang="tr-TR" dirty="0" err="1">
                <a:sym typeface="Wingdings" panose="05000000000000000000" pitchFamily="2" charset="2"/>
              </a:rPr>
              <a:t>return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true</a:t>
            </a:r>
            <a:endParaRPr lang="tr-TR" dirty="0"/>
          </a:p>
          <a:p>
            <a:r>
              <a:rPr lang="tr-TR" dirty="0" err="1"/>
              <a:t>if</a:t>
            </a:r>
            <a:r>
              <a:rPr lang="tr-TR" dirty="0"/>
              <a:t> </a:t>
            </a:r>
            <a:r>
              <a:rPr lang="tr-TR" dirty="0" err="1"/>
              <a:t>check</a:t>
            </a:r>
            <a:r>
              <a:rPr lang="tr-TR" dirty="0"/>
              <a:t> </a:t>
            </a:r>
            <a:r>
              <a:rPr lang="tr-TR" dirty="0" err="1"/>
              <a:t>doesnt</a:t>
            </a:r>
            <a:r>
              <a:rPr lang="tr-TR" dirty="0"/>
              <a:t> </a:t>
            </a:r>
            <a:r>
              <a:rPr lang="tr-TR" dirty="0" err="1"/>
              <a:t>match</a:t>
            </a:r>
            <a:r>
              <a:rPr lang="tr-TR" dirty="0"/>
              <a:t> </a:t>
            </a:r>
            <a:r>
              <a:rPr lang="tr-TR" dirty="0">
                <a:sym typeface="Wingdings" panose="05000000000000000000" pitchFamily="2" charset="2"/>
              </a:rPr>
              <a:t> </a:t>
            </a:r>
            <a:r>
              <a:rPr lang="tr-TR" dirty="0" err="1"/>
              <a:t>return</a:t>
            </a:r>
            <a:r>
              <a:rPr lang="tr-TR" dirty="0"/>
              <a:t> </a:t>
            </a:r>
            <a:r>
              <a:rPr lang="tr-TR" dirty="0" err="1"/>
              <a:t>false</a:t>
            </a:r>
            <a:endParaRPr lang="tr-TR" dirty="0"/>
          </a:p>
          <a:p>
            <a:r>
              <a:rPr lang="tr-TR" dirty="0"/>
              <a:t>(</a:t>
            </a:r>
            <a:r>
              <a:rPr lang="tr-TR" dirty="0" err="1"/>
              <a:t>isMatchingPair</a:t>
            </a:r>
            <a:r>
              <a:rPr lang="tr-TR" dirty="0"/>
              <a:t>() </a:t>
            </a:r>
            <a:r>
              <a:rPr lang="tr-TR" dirty="0" err="1"/>
              <a:t>method</a:t>
            </a:r>
            <a:r>
              <a:rPr lang="tr-TR" dirty="0"/>
              <a:t>).</a:t>
            </a:r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800BBE4D-9057-025C-FB37-B5062C2AAE88}"/>
              </a:ext>
            </a:extLst>
          </p:cNvPr>
          <p:cNvSpPr/>
          <p:nvPr/>
        </p:nvSpPr>
        <p:spPr>
          <a:xfrm>
            <a:off x="5886262" y="5821604"/>
            <a:ext cx="914400" cy="35705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[</a:t>
            </a: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D3EB4865-7CAB-9081-572B-5AC8ED16C72E}"/>
              </a:ext>
            </a:extLst>
          </p:cNvPr>
          <p:cNvSpPr/>
          <p:nvPr/>
        </p:nvSpPr>
        <p:spPr>
          <a:xfrm>
            <a:off x="5886260" y="5166270"/>
            <a:ext cx="914399" cy="3186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{</a:t>
            </a:r>
          </a:p>
        </p:txBody>
      </p:sp>
      <p:sp>
        <p:nvSpPr>
          <p:cNvPr id="17" name="Ok: Yukarı 16">
            <a:extLst>
              <a:ext uri="{FF2B5EF4-FFF2-40B4-BE49-F238E27FC236}">
                <a16:creationId xmlns:a16="http://schemas.microsoft.com/office/drawing/2014/main" id="{A695F3A3-FDBB-820A-FE9F-8C6E4B77C88B}"/>
              </a:ext>
            </a:extLst>
          </p:cNvPr>
          <p:cNvSpPr/>
          <p:nvPr/>
        </p:nvSpPr>
        <p:spPr>
          <a:xfrm rot="10800000">
            <a:off x="6252513" y="5484903"/>
            <a:ext cx="181894" cy="318631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6" name="Metin kutusu 25">
            <a:extLst>
              <a:ext uri="{FF2B5EF4-FFF2-40B4-BE49-F238E27FC236}">
                <a16:creationId xmlns:a16="http://schemas.microsoft.com/office/drawing/2014/main" id="{C993BCAA-DF0E-3C68-D294-679F5B85A3AB}"/>
              </a:ext>
            </a:extLst>
          </p:cNvPr>
          <p:cNvSpPr txBox="1"/>
          <p:nvPr/>
        </p:nvSpPr>
        <p:spPr>
          <a:xfrm>
            <a:off x="4928683" y="5161135"/>
            <a:ext cx="619433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TOP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6DEE73B8-3378-1B78-F003-1EFA5C72D058}"/>
              </a:ext>
            </a:extLst>
          </p:cNvPr>
          <p:cNvSpPr txBox="1"/>
          <p:nvPr/>
        </p:nvSpPr>
        <p:spPr>
          <a:xfrm>
            <a:off x="399861" y="4097419"/>
            <a:ext cx="8979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String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endParaRPr lang="tr-TR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F5AD68B2-39C6-16B7-12EE-201845218E81}"/>
              </a:ext>
            </a:extLst>
          </p:cNvPr>
          <p:cNvSpPr txBox="1"/>
          <p:nvPr/>
        </p:nvSpPr>
        <p:spPr>
          <a:xfrm>
            <a:off x="1489341" y="4097419"/>
            <a:ext cx="245809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sz="1800" b="0" dirty="0">
                <a:solidFill>
                  <a:schemeClr val="bg1"/>
                </a:solidFill>
                <a:effectLst/>
                <a:latin typeface="+mn-lt"/>
              </a:rPr>
              <a:t>[</a:t>
            </a:r>
            <a:endParaRPr lang="tr-TR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58223A7A-BA3E-B27B-2BBE-ED880ECAEE94}"/>
              </a:ext>
            </a:extLst>
          </p:cNvPr>
          <p:cNvSpPr txBox="1"/>
          <p:nvPr/>
        </p:nvSpPr>
        <p:spPr>
          <a:xfrm>
            <a:off x="1902053" y="4097419"/>
            <a:ext cx="245809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{</a:t>
            </a:r>
          </a:p>
        </p:txBody>
      </p:sp>
      <p:sp>
        <p:nvSpPr>
          <p:cNvPr id="27" name="Metin kutusu 26">
            <a:extLst>
              <a:ext uri="{FF2B5EF4-FFF2-40B4-BE49-F238E27FC236}">
                <a16:creationId xmlns:a16="http://schemas.microsoft.com/office/drawing/2014/main" id="{C5C7151A-FFC8-04EF-BC9F-3574141D7CDF}"/>
              </a:ext>
            </a:extLst>
          </p:cNvPr>
          <p:cNvSpPr txBox="1"/>
          <p:nvPr/>
        </p:nvSpPr>
        <p:spPr>
          <a:xfrm>
            <a:off x="2388748" y="4097419"/>
            <a:ext cx="245809" cy="36933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dirty="0">
                <a:solidFill>
                  <a:schemeClr val="bg1"/>
                </a:solidFill>
              </a:rPr>
              <a:t>(</a:t>
            </a:r>
            <a:endParaRPr lang="tr-TR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Metin kutusu 29">
            <a:extLst>
              <a:ext uri="{FF2B5EF4-FFF2-40B4-BE49-F238E27FC236}">
                <a16:creationId xmlns:a16="http://schemas.microsoft.com/office/drawing/2014/main" id="{0E976DE4-D274-827D-0C3D-90BCCC06EF31}"/>
              </a:ext>
            </a:extLst>
          </p:cNvPr>
          <p:cNvSpPr txBox="1"/>
          <p:nvPr/>
        </p:nvSpPr>
        <p:spPr>
          <a:xfrm>
            <a:off x="2801460" y="4097419"/>
            <a:ext cx="245809" cy="36933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dirty="0">
                <a:solidFill>
                  <a:schemeClr val="bg1"/>
                </a:solidFill>
              </a:rPr>
              <a:t>)</a:t>
            </a:r>
            <a:endParaRPr lang="tr-TR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2" name="Metin kutusu 31">
            <a:extLst>
              <a:ext uri="{FF2B5EF4-FFF2-40B4-BE49-F238E27FC236}">
                <a16:creationId xmlns:a16="http://schemas.microsoft.com/office/drawing/2014/main" id="{3C3F713E-2350-CACD-26A6-DDFDCFA598F0}"/>
              </a:ext>
            </a:extLst>
          </p:cNvPr>
          <p:cNvSpPr txBox="1"/>
          <p:nvPr/>
        </p:nvSpPr>
        <p:spPr>
          <a:xfrm>
            <a:off x="3170172" y="4097419"/>
            <a:ext cx="319792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tr-TR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4" name="Metin kutusu 33">
            <a:extLst>
              <a:ext uri="{FF2B5EF4-FFF2-40B4-BE49-F238E27FC236}">
                <a16:creationId xmlns:a16="http://schemas.microsoft.com/office/drawing/2014/main" id="{10679C10-E69A-031C-0341-967734292A6F}"/>
              </a:ext>
            </a:extLst>
          </p:cNvPr>
          <p:cNvSpPr txBox="1"/>
          <p:nvPr/>
        </p:nvSpPr>
        <p:spPr>
          <a:xfrm>
            <a:off x="3642606" y="4097419"/>
            <a:ext cx="245809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dirty="0">
                <a:solidFill>
                  <a:schemeClr val="bg1"/>
                </a:solidFill>
              </a:rPr>
              <a:t>]</a:t>
            </a:r>
            <a:endParaRPr lang="tr-TR" sz="105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Ok: Yukarı 39">
            <a:extLst>
              <a:ext uri="{FF2B5EF4-FFF2-40B4-BE49-F238E27FC236}">
                <a16:creationId xmlns:a16="http://schemas.microsoft.com/office/drawing/2014/main" id="{2A0AD589-EDD0-2439-9BB0-5D50F380DA6E}"/>
              </a:ext>
            </a:extLst>
          </p:cNvPr>
          <p:cNvSpPr/>
          <p:nvPr/>
        </p:nvSpPr>
        <p:spPr>
          <a:xfrm rot="10800000">
            <a:off x="6252513" y="4834071"/>
            <a:ext cx="181894" cy="318631"/>
          </a:xfrm>
          <a:prstGeom prst="up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2" name="Dikdörtgen: Köşeleri Yuvarlatılmış 41">
            <a:extLst>
              <a:ext uri="{FF2B5EF4-FFF2-40B4-BE49-F238E27FC236}">
                <a16:creationId xmlns:a16="http://schemas.microsoft.com/office/drawing/2014/main" id="{2F6FECE4-57BF-A6A3-8D7C-13792EC9E1EA}"/>
              </a:ext>
            </a:extLst>
          </p:cNvPr>
          <p:cNvSpPr/>
          <p:nvPr/>
        </p:nvSpPr>
        <p:spPr>
          <a:xfrm>
            <a:off x="5886259" y="4501173"/>
            <a:ext cx="914399" cy="3186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(</a:t>
            </a:r>
          </a:p>
        </p:txBody>
      </p:sp>
      <p:sp>
        <p:nvSpPr>
          <p:cNvPr id="3" name="Dikdörtgen: Köşeleri Yuvarlatılmış 2">
            <a:extLst>
              <a:ext uri="{FF2B5EF4-FFF2-40B4-BE49-F238E27FC236}">
                <a16:creationId xmlns:a16="http://schemas.microsoft.com/office/drawing/2014/main" id="{0CFEAA4E-513B-BC48-0471-5FBD1990DC4B}"/>
              </a:ext>
            </a:extLst>
          </p:cNvPr>
          <p:cNvSpPr/>
          <p:nvPr/>
        </p:nvSpPr>
        <p:spPr>
          <a:xfrm>
            <a:off x="9630694" y="1973145"/>
            <a:ext cx="914399" cy="3186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)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E3537EA-E686-9DD1-2F2D-F6A39B21C446}"/>
              </a:ext>
            </a:extLst>
          </p:cNvPr>
          <p:cNvSpPr txBox="1"/>
          <p:nvPr/>
        </p:nvSpPr>
        <p:spPr>
          <a:xfrm>
            <a:off x="10710771" y="1965181"/>
            <a:ext cx="1346840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sz="1400" dirty="0" err="1"/>
              <a:t>Closing</a:t>
            </a:r>
            <a:r>
              <a:rPr lang="tr-TR" sz="1400" dirty="0"/>
              <a:t> </a:t>
            </a:r>
            <a:r>
              <a:rPr lang="tr-TR" sz="1400" dirty="0" err="1"/>
              <a:t>bracket</a:t>
            </a:r>
            <a:endParaRPr lang="tr-TR" sz="1400" dirty="0"/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74E68408-DD75-6C75-5B5D-B822616E5154}"/>
              </a:ext>
            </a:extLst>
          </p:cNvPr>
          <p:cNvSpPr/>
          <p:nvPr/>
        </p:nvSpPr>
        <p:spPr>
          <a:xfrm>
            <a:off x="8384454" y="1986227"/>
            <a:ext cx="914399" cy="3186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dirty="0"/>
              <a:t>(</a:t>
            </a:r>
          </a:p>
        </p:txBody>
      </p:sp>
      <p:sp>
        <p:nvSpPr>
          <p:cNvPr id="13" name="Çarpım İşareti 12">
            <a:extLst>
              <a:ext uri="{FF2B5EF4-FFF2-40B4-BE49-F238E27FC236}">
                <a16:creationId xmlns:a16="http://schemas.microsoft.com/office/drawing/2014/main" id="{83F696BD-554B-A9DA-7B16-C833EE5A0C28}"/>
              </a:ext>
            </a:extLst>
          </p:cNvPr>
          <p:cNvSpPr/>
          <p:nvPr/>
        </p:nvSpPr>
        <p:spPr>
          <a:xfrm>
            <a:off x="5932135" y="4247535"/>
            <a:ext cx="822645" cy="1069213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F63FECFA-3832-55D1-3DEE-1C3F2B3C94D8}"/>
              </a:ext>
            </a:extLst>
          </p:cNvPr>
          <p:cNvSpPr txBox="1"/>
          <p:nvPr/>
        </p:nvSpPr>
        <p:spPr>
          <a:xfrm>
            <a:off x="6923567" y="1974879"/>
            <a:ext cx="123189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r-TR" sz="1400" dirty="0"/>
              <a:t>POP </a:t>
            </a:r>
            <a:r>
              <a:rPr lang="tr-TR" sz="1400" dirty="0" err="1"/>
              <a:t>the</a:t>
            </a:r>
            <a:r>
              <a:rPr lang="tr-TR" sz="1400" dirty="0"/>
              <a:t> TOP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A39FBE80-5107-AD0D-A627-34A50A16DD8B}"/>
              </a:ext>
            </a:extLst>
          </p:cNvPr>
          <p:cNvSpPr txBox="1"/>
          <p:nvPr/>
        </p:nvSpPr>
        <p:spPr>
          <a:xfrm>
            <a:off x="7758243" y="2587635"/>
            <a:ext cx="3397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 err="1"/>
              <a:t>Check</a:t>
            </a:r>
            <a:r>
              <a:rPr lang="tr-TR" sz="1800" b="1" dirty="0"/>
              <a:t>: ( </a:t>
            </a:r>
            <a:r>
              <a:rPr lang="tr-TR" sz="1800" b="1" dirty="0" err="1"/>
              <a:t>matches</a:t>
            </a:r>
            <a:r>
              <a:rPr lang="tr-TR" sz="1800" b="1" dirty="0"/>
              <a:t> ) </a:t>
            </a:r>
            <a:r>
              <a:rPr lang="tr-TR" sz="1800" dirty="0">
                <a:sym typeface="Wingdings" panose="05000000000000000000" pitchFamily="2" charset="2"/>
              </a:rPr>
              <a:t> </a:t>
            </a:r>
            <a:r>
              <a:rPr lang="tr-TR" sz="1800" dirty="0" err="1">
                <a:sym typeface="Wingdings" panose="05000000000000000000" pitchFamily="2" charset="2"/>
              </a:rPr>
              <a:t>return</a:t>
            </a:r>
            <a:r>
              <a:rPr lang="tr-TR" sz="1800" dirty="0">
                <a:sym typeface="Wingdings" panose="05000000000000000000" pitchFamily="2" charset="2"/>
              </a:rPr>
              <a:t> </a:t>
            </a:r>
            <a:r>
              <a:rPr lang="tr-TR" sz="1800" dirty="0" err="1">
                <a:sym typeface="Wingdings" panose="05000000000000000000" pitchFamily="2" charset="2"/>
              </a:rPr>
              <a:t>true</a:t>
            </a:r>
            <a:endParaRPr lang="tr-TR" sz="1800" dirty="0"/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1932DDB8-4128-29D6-0F0D-B71812588B9C}"/>
              </a:ext>
            </a:extLst>
          </p:cNvPr>
          <p:cNvSpPr txBox="1"/>
          <p:nvPr/>
        </p:nvSpPr>
        <p:spPr>
          <a:xfrm>
            <a:off x="8360448" y="1616895"/>
            <a:ext cx="1065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/>
              <a:t>opening</a:t>
            </a:r>
          </a:p>
        </p:txBody>
      </p:sp>
      <p:sp>
        <p:nvSpPr>
          <p:cNvPr id="28" name="Metin kutusu 27">
            <a:extLst>
              <a:ext uri="{FF2B5EF4-FFF2-40B4-BE49-F238E27FC236}">
                <a16:creationId xmlns:a16="http://schemas.microsoft.com/office/drawing/2014/main" id="{66A603A9-8466-A595-5F33-B01D1B5C2B5B}"/>
              </a:ext>
            </a:extLst>
          </p:cNvPr>
          <p:cNvSpPr txBox="1"/>
          <p:nvPr/>
        </p:nvSpPr>
        <p:spPr>
          <a:xfrm>
            <a:off x="9604003" y="1631141"/>
            <a:ext cx="1065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current</a:t>
            </a:r>
            <a:endParaRPr lang="tr-TR" dirty="0"/>
          </a:p>
        </p:txBody>
      </p:sp>
      <p:sp>
        <p:nvSpPr>
          <p:cNvPr id="31" name="Dikdörtgen: Köşeleri Yuvarlatılmış 30">
            <a:extLst>
              <a:ext uri="{FF2B5EF4-FFF2-40B4-BE49-F238E27FC236}">
                <a16:creationId xmlns:a16="http://schemas.microsoft.com/office/drawing/2014/main" id="{C718EB0C-23F1-7270-D007-797767AA196A}"/>
              </a:ext>
            </a:extLst>
          </p:cNvPr>
          <p:cNvSpPr/>
          <p:nvPr/>
        </p:nvSpPr>
        <p:spPr>
          <a:xfrm>
            <a:off x="9724341" y="3246043"/>
            <a:ext cx="914399" cy="37457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r-TR" sz="16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tr-T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5" name="Dikdörtgen: Köşeleri Yuvarlatılmış 34">
            <a:extLst>
              <a:ext uri="{FF2B5EF4-FFF2-40B4-BE49-F238E27FC236}">
                <a16:creationId xmlns:a16="http://schemas.microsoft.com/office/drawing/2014/main" id="{6DFF74F8-CEBF-6995-E285-4D612C673001}"/>
              </a:ext>
            </a:extLst>
          </p:cNvPr>
          <p:cNvSpPr/>
          <p:nvPr/>
        </p:nvSpPr>
        <p:spPr>
          <a:xfrm>
            <a:off x="8478100" y="3259125"/>
            <a:ext cx="914399" cy="3186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tr-TR" sz="16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</p:txBody>
      </p:sp>
      <p:sp>
        <p:nvSpPr>
          <p:cNvPr id="39" name="Metin kutusu 38">
            <a:extLst>
              <a:ext uri="{FF2B5EF4-FFF2-40B4-BE49-F238E27FC236}">
                <a16:creationId xmlns:a16="http://schemas.microsoft.com/office/drawing/2014/main" id="{4CFFDBF0-0F01-00A4-F289-1300AD75EB2C}"/>
              </a:ext>
            </a:extLst>
          </p:cNvPr>
          <p:cNvSpPr txBox="1"/>
          <p:nvPr/>
        </p:nvSpPr>
        <p:spPr>
          <a:xfrm>
            <a:off x="7072881" y="3312837"/>
            <a:ext cx="123189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tr-TR" dirty="0"/>
              <a:t>POP </a:t>
            </a:r>
            <a:r>
              <a:rPr lang="tr-TR" dirty="0" err="1"/>
              <a:t>the</a:t>
            </a:r>
            <a:r>
              <a:rPr lang="tr-TR" dirty="0"/>
              <a:t> TOP</a:t>
            </a:r>
          </a:p>
        </p:txBody>
      </p:sp>
      <p:sp>
        <p:nvSpPr>
          <p:cNvPr id="43" name="Metin kutusu 42">
            <a:extLst>
              <a:ext uri="{FF2B5EF4-FFF2-40B4-BE49-F238E27FC236}">
                <a16:creationId xmlns:a16="http://schemas.microsoft.com/office/drawing/2014/main" id="{FF10FC65-A9AE-D2FB-F0F4-9DC75CD7DC6D}"/>
              </a:ext>
            </a:extLst>
          </p:cNvPr>
          <p:cNvSpPr txBox="1"/>
          <p:nvPr/>
        </p:nvSpPr>
        <p:spPr>
          <a:xfrm>
            <a:off x="7851889" y="3860533"/>
            <a:ext cx="3397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 err="1"/>
              <a:t>Check</a:t>
            </a:r>
            <a:r>
              <a:rPr lang="tr-TR" sz="1800" b="1" dirty="0"/>
              <a:t>: { </a:t>
            </a:r>
            <a:r>
              <a:rPr lang="tr-TR" sz="1800" b="1" dirty="0" err="1"/>
              <a:t>matches</a:t>
            </a:r>
            <a:r>
              <a:rPr lang="tr-TR" sz="1800" b="1" dirty="0"/>
              <a:t> } </a:t>
            </a:r>
            <a:r>
              <a:rPr lang="tr-TR" sz="1800" dirty="0">
                <a:sym typeface="Wingdings" panose="05000000000000000000" pitchFamily="2" charset="2"/>
              </a:rPr>
              <a:t> </a:t>
            </a:r>
            <a:r>
              <a:rPr lang="tr-TR" sz="1800" dirty="0" err="1">
                <a:sym typeface="Wingdings" panose="05000000000000000000" pitchFamily="2" charset="2"/>
              </a:rPr>
              <a:t>return</a:t>
            </a:r>
            <a:r>
              <a:rPr lang="tr-TR" sz="1800" dirty="0">
                <a:sym typeface="Wingdings" panose="05000000000000000000" pitchFamily="2" charset="2"/>
              </a:rPr>
              <a:t> </a:t>
            </a:r>
            <a:r>
              <a:rPr lang="tr-TR" sz="1800" dirty="0" err="1">
                <a:sym typeface="Wingdings" panose="05000000000000000000" pitchFamily="2" charset="2"/>
              </a:rPr>
              <a:t>true</a:t>
            </a:r>
            <a:endParaRPr lang="tr-TR" sz="1800" dirty="0"/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DD81BA60-A574-8D7F-8CDC-F89F952F423A}"/>
              </a:ext>
            </a:extLst>
          </p:cNvPr>
          <p:cNvSpPr txBox="1"/>
          <p:nvPr/>
        </p:nvSpPr>
        <p:spPr>
          <a:xfrm>
            <a:off x="8454094" y="2889793"/>
            <a:ext cx="1065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/>
              <a:t>opening</a:t>
            </a:r>
          </a:p>
        </p:txBody>
      </p:sp>
      <p:sp>
        <p:nvSpPr>
          <p:cNvPr id="48" name="Metin kutusu 47">
            <a:extLst>
              <a:ext uri="{FF2B5EF4-FFF2-40B4-BE49-F238E27FC236}">
                <a16:creationId xmlns:a16="http://schemas.microsoft.com/office/drawing/2014/main" id="{408FAB81-1870-0E13-A029-948710CAD2E6}"/>
              </a:ext>
            </a:extLst>
          </p:cNvPr>
          <p:cNvSpPr txBox="1"/>
          <p:nvPr/>
        </p:nvSpPr>
        <p:spPr>
          <a:xfrm>
            <a:off x="9697649" y="2904039"/>
            <a:ext cx="10652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 err="1"/>
              <a:t>current</a:t>
            </a:r>
            <a:endParaRPr lang="tr-TR" dirty="0"/>
          </a:p>
        </p:txBody>
      </p:sp>
      <p:sp>
        <p:nvSpPr>
          <p:cNvPr id="50" name="Metin kutusu 49">
            <a:extLst>
              <a:ext uri="{FF2B5EF4-FFF2-40B4-BE49-F238E27FC236}">
                <a16:creationId xmlns:a16="http://schemas.microsoft.com/office/drawing/2014/main" id="{E4B8D749-956E-9D3A-97E0-4E8A68D6200C}"/>
              </a:ext>
            </a:extLst>
          </p:cNvPr>
          <p:cNvSpPr txBox="1"/>
          <p:nvPr/>
        </p:nvSpPr>
        <p:spPr>
          <a:xfrm>
            <a:off x="10710771" y="3285449"/>
            <a:ext cx="1346840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tr-TR" dirty="0" err="1"/>
              <a:t>Closing</a:t>
            </a:r>
            <a:r>
              <a:rPr lang="tr-TR" dirty="0"/>
              <a:t> </a:t>
            </a:r>
            <a:r>
              <a:rPr lang="tr-TR" dirty="0" err="1"/>
              <a:t>bracket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17550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tin kutusu 6">
            <a:extLst>
              <a:ext uri="{FF2B5EF4-FFF2-40B4-BE49-F238E27FC236}">
                <a16:creationId xmlns:a16="http://schemas.microsoft.com/office/drawing/2014/main" id="{25290B99-06C7-62C8-A290-C73D68AE27F2}"/>
              </a:ext>
            </a:extLst>
          </p:cNvPr>
          <p:cNvSpPr txBox="1"/>
          <p:nvPr/>
        </p:nvSpPr>
        <p:spPr>
          <a:xfrm>
            <a:off x="290051" y="2281091"/>
            <a:ext cx="11611897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sz="2400" b="1" dirty="0" err="1">
                <a:solidFill>
                  <a:schemeClr val="tx1"/>
                </a:solidFill>
                <a:effectLst/>
                <a:latin typeface="+mn-lt"/>
              </a:rPr>
              <a:t>Hints</a:t>
            </a:r>
            <a:r>
              <a:rPr lang="tr-TR" sz="2400" b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r>
              <a:rPr lang="tr-TR" dirty="0"/>
              <a:t> - </a:t>
            </a:r>
            <a:r>
              <a:rPr lang="en-US" b="1" dirty="0"/>
              <a:t>Add an element to the top</a:t>
            </a:r>
            <a:r>
              <a:rPr lang="tr-TR" dirty="0"/>
              <a:t>: </a:t>
            </a:r>
            <a:r>
              <a:rPr lang="en-US" dirty="0" err="1"/>
              <a:t>newNode.next</a:t>
            </a:r>
            <a:r>
              <a:rPr lang="en-US" dirty="0"/>
              <a:t> = top;</a:t>
            </a:r>
            <a:r>
              <a:rPr lang="tr-TR" dirty="0"/>
              <a:t> //</a:t>
            </a:r>
            <a:r>
              <a:rPr lang="en-US" dirty="0"/>
              <a:t> top = </a:t>
            </a:r>
            <a:r>
              <a:rPr lang="en-US" dirty="0" err="1"/>
              <a:t>newNode</a:t>
            </a:r>
            <a:r>
              <a:rPr lang="en-US" dirty="0"/>
              <a:t>;</a:t>
            </a:r>
            <a:endParaRPr lang="tr-TR" dirty="0"/>
          </a:p>
          <a:p>
            <a:r>
              <a:rPr lang="tr-TR" dirty="0"/>
              <a:t> - </a:t>
            </a:r>
            <a:r>
              <a:rPr lang="en-US" b="1" dirty="0"/>
              <a:t>Remove and return the top element</a:t>
            </a:r>
            <a:r>
              <a:rPr lang="tr-TR" dirty="0"/>
              <a:t>: </a:t>
            </a:r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saving</a:t>
            </a:r>
            <a:r>
              <a:rPr lang="tr-TR" dirty="0"/>
              <a:t> </a:t>
            </a:r>
            <a:r>
              <a:rPr lang="tr-TR" dirty="0" err="1"/>
              <a:t>top.data</a:t>
            </a:r>
            <a:r>
              <a:rPr lang="tr-TR" dirty="0"/>
              <a:t>,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new</a:t>
            </a:r>
            <a:r>
              <a:rPr lang="tr-TR" dirty="0"/>
              <a:t> top </a:t>
            </a:r>
            <a:r>
              <a:rPr lang="tr-TR" dirty="0" err="1"/>
              <a:t>should</a:t>
            </a:r>
            <a:r>
              <a:rPr lang="tr-TR" dirty="0"/>
              <a:t> be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node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comes</a:t>
            </a:r>
            <a:r>
              <a:rPr lang="tr-TR" dirty="0"/>
              <a:t> </a:t>
            </a:r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current</a:t>
            </a:r>
            <a:r>
              <a:rPr lang="tr-TR" dirty="0"/>
              <a:t> top.</a:t>
            </a:r>
          </a:p>
          <a:p>
            <a:r>
              <a:rPr lang="tr-TR" dirty="0"/>
              <a:t>- </a:t>
            </a:r>
            <a:r>
              <a:rPr lang="tr-TR" b="1" dirty="0" err="1"/>
              <a:t>peek</a:t>
            </a:r>
            <a:r>
              <a:rPr lang="tr-TR" dirty="0"/>
              <a:t>: </a:t>
            </a:r>
            <a:r>
              <a:rPr lang="en-US" dirty="0"/>
              <a:t>Control if the stack is empty; if it is, then return null</a:t>
            </a:r>
            <a:r>
              <a:rPr lang="tr-TR" dirty="0"/>
              <a:t> // </a:t>
            </a:r>
            <a:r>
              <a:rPr lang="en-US" dirty="0"/>
              <a:t>if not</a:t>
            </a:r>
            <a:r>
              <a:rPr lang="tr-TR" dirty="0"/>
              <a:t>,</a:t>
            </a:r>
            <a:r>
              <a:rPr lang="en-US" dirty="0"/>
              <a:t> return the data of the top</a:t>
            </a:r>
            <a:r>
              <a:rPr lang="tr-TR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5F671-32F0-03A0-7360-DDC63181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3794"/>
            <a:ext cx="10058400" cy="1373566"/>
          </a:xfrm>
        </p:spPr>
        <p:txBody>
          <a:bodyPr>
            <a:normAutofit/>
          </a:bodyPr>
          <a:lstStyle/>
          <a:p>
            <a:r>
              <a:rPr lang="tr-TR" i="0" dirty="0" err="1"/>
              <a:t>Exercise</a:t>
            </a:r>
            <a:r>
              <a:rPr lang="tr-TR" i="0" dirty="0"/>
              <a:t> 1: </a:t>
            </a:r>
            <a:br>
              <a:rPr lang="tr-TR" i="0" dirty="0"/>
            </a:br>
            <a:r>
              <a:rPr lang="tr-TR" b="1" dirty="0" err="1"/>
              <a:t>Parenthesis</a:t>
            </a:r>
            <a:r>
              <a:rPr lang="tr-TR" b="1" dirty="0"/>
              <a:t> </a:t>
            </a:r>
            <a:r>
              <a:rPr lang="tr-TR" b="1" dirty="0" err="1"/>
              <a:t>Checker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026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2259-F2D9-F2C2-C361-71032BC68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C9C4-7E41-7941-7466-28942B9A1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i="0" dirty="0"/>
              <a:t>EXPECTED OUTPUT</a:t>
            </a:r>
            <a:endParaRPr lang="tr-TR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73C0B980-5F4C-03C2-166B-C1AF61F80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497" y="2347845"/>
            <a:ext cx="8197005" cy="333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6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5A5FA-8063-08E4-F38E-D14F308F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304C-ECC3-B85A-D216-322841579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267" y="285136"/>
            <a:ext cx="10058400" cy="1373566"/>
          </a:xfrm>
        </p:spPr>
        <p:txBody>
          <a:bodyPr>
            <a:normAutofit/>
          </a:bodyPr>
          <a:lstStyle/>
          <a:p>
            <a:r>
              <a:rPr lang="tr-TR" i="0" dirty="0" err="1"/>
              <a:t>Exercise</a:t>
            </a:r>
            <a:r>
              <a:rPr lang="tr-TR" i="0" dirty="0"/>
              <a:t> 2: </a:t>
            </a:r>
            <a:br>
              <a:rPr lang="tr-TR" i="0" dirty="0"/>
            </a:br>
            <a:r>
              <a:rPr lang="tr-TR" b="1" dirty="0"/>
              <a:t>REVERSİNG THE EQUATİON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53C24-8D05-3FA8-468C-D9525AA6A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399" cy="3274908"/>
          </a:xfrm>
        </p:spPr>
        <p:txBody>
          <a:bodyPr>
            <a:noAutofit/>
          </a:bodyPr>
          <a:lstStyle/>
          <a:p>
            <a:r>
              <a:rPr lang="tr-T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r>
              <a:rPr lang="tr-T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mathematical equation that contains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numbers and +, -, *, /</a:t>
            </a:r>
            <a:endParaRPr lang="tr-T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the equation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reverse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that the equation is reversed, but 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remain the same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guaranteed that the given equation is valid, and there are no leading zeros.</a:t>
            </a:r>
            <a:endParaRPr lang="tr-T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1157543-EF39-32B0-A742-ED953B6D032F}"/>
              </a:ext>
            </a:extLst>
          </p:cNvPr>
          <p:cNvSpPr txBox="1"/>
          <p:nvPr/>
        </p:nvSpPr>
        <p:spPr>
          <a:xfrm>
            <a:off x="1215267" y="362364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 err="1"/>
              <a:t>Create</a:t>
            </a:r>
            <a:r>
              <a:rPr lang="tr-TR" sz="1800" dirty="0"/>
              <a:t> a Project </a:t>
            </a:r>
            <a:r>
              <a:rPr lang="tr-TR" sz="1800" dirty="0" err="1"/>
              <a:t>named</a:t>
            </a:r>
            <a:r>
              <a:rPr lang="tr-TR" sz="1800" dirty="0"/>
              <a:t> CENG201_LAB4</a:t>
            </a:r>
            <a:r>
              <a:rPr lang="tr-TR" dirty="0"/>
              <a:t>:</a:t>
            </a:r>
            <a:br>
              <a:rPr lang="tr-TR" dirty="0"/>
            </a:br>
            <a:r>
              <a:rPr lang="tr-TR" dirty="0"/>
              <a:t>1. TokenStack.java </a:t>
            </a:r>
          </a:p>
          <a:p>
            <a:r>
              <a:rPr lang="tr-TR" dirty="0"/>
              <a:t>2. EquationReverser.java</a:t>
            </a:r>
            <a:br>
              <a:rPr lang="tr-TR" dirty="0"/>
            </a:br>
            <a:r>
              <a:rPr lang="tr-TR" dirty="0"/>
              <a:t>3. ReverseEquationDemo.java</a:t>
            </a:r>
          </a:p>
          <a:p>
            <a:endParaRPr lang="tr-TR" sz="180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0825D631-E66D-F560-13E1-FFB1873E2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80" y="3152069"/>
            <a:ext cx="4721870" cy="370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A329C-2746-EBAA-3A6B-AB7EEA42F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7D35DC-7709-D4BA-A0FC-C02B0498F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3794"/>
            <a:ext cx="10058400" cy="1373566"/>
          </a:xfrm>
        </p:spPr>
        <p:txBody>
          <a:bodyPr>
            <a:normAutofit/>
          </a:bodyPr>
          <a:lstStyle/>
          <a:p>
            <a:r>
              <a:rPr lang="tr-TR" sz="4000" i="0" dirty="0" err="1"/>
              <a:t>Exercise</a:t>
            </a:r>
            <a:r>
              <a:rPr lang="tr-TR" sz="4000" i="0" dirty="0"/>
              <a:t> 2: </a:t>
            </a:r>
            <a:r>
              <a:rPr lang="tr-TR" sz="4000" b="1" dirty="0"/>
              <a:t>REVERSİNG THE EQUATİON</a:t>
            </a:r>
            <a:br>
              <a:rPr lang="tr-TR" b="1" dirty="0"/>
            </a:br>
            <a:r>
              <a:rPr lang="tr-TR" dirty="0" err="1"/>
              <a:t>push</a:t>
            </a:r>
            <a:r>
              <a:rPr lang="tr-TR" dirty="0"/>
              <a:t>()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D2B71227-F345-4159-7662-390E66ADAD50}"/>
              </a:ext>
            </a:extLst>
          </p:cNvPr>
          <p:cNvSpPr txBox="1"/>
          <p:nvPr/>
        </p:nvSpPr>
        <p:spPr>
          <a:xfrm>
            <a:off x="9379974" y="167148"/>
            <a:ext cx="1359306" cy="6555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CCD92732-AA50-42C2-4490-DFD671E37304}"/>
              </a:ext>
            </a:extLst>
          </p:cNvPr>
          <p:cNvSpPr/>
          <p:nvPr/>
        </p:nvSpPr>
        <p:spPr>
          <a:xfrm>
            <a:off x="9602427" y="5894724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>
                <a:solidFill>
                  <a:srgbClr val="00B0F0"/>
                </a:solidFill>
              </a:rPr>
              <a:t>20</a:t>
            </a:r>
            <a:endParaRPr lang="tr-TR" dirty="0">
              <a:solidFill>
                <a:srgbClr val="00B0F0"/>
              </a:solidFill>
            </a:endParaRP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9F13C5DF-1D86-F194-E6D8-EF25B6C4C70E}"/>
              </a:ext>
            </a:extLst>
          </p:cNvPr>
          <p:cNvSpPr/>
          <p:nvPr/>
        </p:nvSpPr>
        <p:spPr>
          <a:xfrm>
            <a:off x="9602421" y="5006490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-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27D4800B-DDAD-20D7-E7E9-BBEC2C4E136F}"/>
              </a:ext>
            </a:extLst>
          </p:cNvPr>
          <p:cNvSpPr txBox="1"/>
          <p:nvPr/>
        </p:nvSpPr>
        <p:spPr>
          <a:xfrm>
            <a:off x="10903974" y="534876"/>
            <a:ext cx="5604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TOP</a:t>
            </a:r>
          </a:p>
        </p:txBody>
      </p:sp>
      <p:sp>
        <p:nvSpPr>
          <p:cNvPr id="3" name="Ok: Yukarı 2">
            <a:extLst>
              <a:ext uri="{FF2B5EF4-FFF2-40B4-BE49-F238E27FC236}">
                <a16:creationId xmlns:a16="http://schemas.microsoft.com/office/drawing/2014/main" id="{B189AC31-8A7E-9A4A-97D5-79B4C4F40969}"/>
              </a:ext>
            </a:extLst>
          </p:cNvPr>
          <p:cNvSpPr/>
          <p:nvPr/>
        </p:nvSpPr>
        <p:spPr>
          <a:xfrm rot="10800000">
            <a:off x="9958846" y="5606258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EFC00DD5-C7E4-8FF1-78A1-C32A6CBE2757}"/>
              </a:ext>
            </a:extLst>
          </p:cNvPr>
          <p:cNvSpPr txBox="1"/>
          <p:nvPr/>
        </p:nvSpPr>
        <p:spPr>
          <a:xfrm>
            <a:off x="6700556" y="1747893"/>
            <a:ext cx="251472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sz="2400" dirty="0" err="1"/>
              <a:t>String</a:t>
            </a:r>
            <a:r>
              <a:rPr lang="tr-TR" sz="2400" dirty="0"/>
              <a:t>= 20-3+5*2</a:t>
            </a:r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2DF2785A-AA74-DAEA-8801-0EAE32DE0DD4}"/>
              </a:ext>
            </a:extLst>
          </p:cNvPr>
          <p:cNvSpPr/>
          <p:nvPr/>
        </p:nvSpPr>
        <p:spPr>
          <a:xfrm>
            <a:off x="9602421" y="4100678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3</a:t>
            </a: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F399CE5B-B2F5-7F18-47F3-A336D70AA81C}"/>
              </a:ext>
            </a:extLst>
          </p:cNvPr>
          <p:cNvSpPr/>
          <p:nvPr/>
        </p:nvSpPr>
        <p:spPr>
          <a:xfrm>
            <a:off x="9602420" y="3157466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+</a:t>
            </a:r>
          </a:p>
        </p:txBody>
      </p:sp>
      <p:sp>
        <p:nvSpPr>
          <p:cNvPr id="26" name="Dikdörtgen: Köşeleri Yuvarlatılmış 25">
            <a:extLst>
              <a:ext uri="{FF2B5EF4-FFF2-40B4-BE49-F238E27FC236}">
                <a16:creationId xmlns:a16="http://schemas.microsoft.com/office/drawing/2014/main" id="{DA58D3C4-72B2-6163-42B8-E6412F43177C}"/>
              </a:ext>
            </a:extLst>
          </p:cNvPr>
          <p:cNvSpPr/>
          <p:nvPr/>
        </p:nvSpPr>
        <p:spPr>
          <a:xfrm>
            <a:off x="9602420" y="2220092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5</a:t>
            </a:r>
          </a:p>
        </p:txBody>
      </p:sp>
      <p:sp>
        <p:nvSpPr>
          <p:cNvPr id="28" name="Ok: Yukarı 27">
            <a:extLst>
              <a:ext uri="{FF2B5EF4-FFF2-40B4-BE49-F238E27FC236}">
                <a16:creationId xmlns:a16="http://schemas.microsoft.com/office/drawing/2014/main" id="{FD11EE5C-8B34-1B1E-5D50-80EE0E781C7D}"/>
              </a:ext>
            </a:extLst>
          </p:cNvPr>
          <p:cNvSpPr/>
          <p:nvPr/>
        </p:nvSpPr>
        <p:spPr>
          <a:xfrm rot="10800000">
            <a:off x="9958842" y="4678980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Ok: Yukarı 29">
            <a:extLst>
              <a:ext uri="{FF2B5EF4-FFF2-40B4-BE49-F238E27FC236}">
                <a16:creationId xmlns:a16="http://schemas.microsoft.com/office/drawing/2014/main" id="{1527DB8E-023B-CF24-52C9-FBA40D6FF9B7}"/>
              </a:ext>
            </a:extLst>
          </p:cNvPr>
          <p:cNvSpPr/>
          <p:nvPr/>
        </p:nvSpPr>
        <p:spPr>
          <a:xfrm rot="10800000">
            <a:off x="9958842" y="3766652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Ok: Yukarı 31">
            <a:extLst>
              <a:ext uri="{FF2B5EF4-FFF2-40B4-BE49-F238E27FC236}">
                <a16:creationId xmlns:a16="http://schemas.microsoft.com/office/drawing/2014/main" id="{0C9AADF0-8F33-0D51-75F6-C0293C2811DB}"/>
              </a:ext>
            </a:extLst>
          </p:cNvPr>
          <p:cNvSpPr/>
          <p:nvPr/>
        </p:nvSpPr>
        <p:spPr>
          <a:xfrm rot="10800000">
            <a:off x="9958842" y="2826552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Dikdörtgen: Köşeleri Yuvarlatılmış 33">
            <a:extLst>
              <a:ext uri="{FF2B5EF4-FFF2-40B4-BE49-F238E27FC236}">
                <a16:creationId xmlns:a16="http://schemas.microsoft.com/office/drawing/2014/main" id="{305CCE33-44A4-FEBB-4D47-AF055F575C2E}"/>
              </a:ext>
            </a:extLst>
          </p:cNvPr>
          <p:cNvSpPr/>
          <p:nvPr/>
        </p:nvSpPr>
        <p:spPr>
          <a:xfrm>
            <a:off x="9602419" y="1329568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*</a:t>
            </a:r>
          </a:p>
        </p:txBody>
      </p:sp>
      <p:sp>
        <p:nvSpPr>
          <p:cNvPr id="36" name="Ok: Yukarı 35">
            <a:extLst>
              <a:ext uri="{FF2B5EF4-FFF2-40B4-BE49-F238E27FC236}">
                <a16:creationId xmlns:a16="http://schemas.microsoft.com/office/drawing/2014/main" id="{34643A94-4723-1785-114D-6C2A35E0DFF2}"/>
              </a:ext>
            </a:extLst>
          </p:cNvPr>
          <p:cNvSpPr/>
          <p:nvPr/>
        </p:nvSpPr>
        <p:spPr>
          <a:xfrm rot="10800000">
            <a:off x="9958842" y="1938319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0" name="Ok: Yukarı 39">
            <a:extLst>
              <a:ext uri="{FF2B5EF4-FFF2-40B4-BE49-F238E27FC236}">
                <a16:creationId xmlns:a16="http://schemas.microsoft.com/office/drawing/2014/main" id="{260E0C01-8D2C-F4BD-B5D1-962527DF3E8E}"/>
              </a:ext>
            </a:extLst>
          </p:cNvPr>
          <p:cNvSpPr/>
          <p:nvPr/>
        </p:nvSpPr>
        <p:spPr>
          <a:xfrm rot="10800000">
            <a:off x="9958840" y="1013266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2" name="Dikdörtgen: Köşeleri Yuvarlatılmış 41">
            <a:extLst>
              <a:ext uri="{FF2B5EF4-FFF2-40B4-BE49-F238E27FC236}">
                <a16:creationId xmlns:a16="http://schemas.microsoft.com/office/drawing/2014/main" id="{7FBEF169-0AC6-8B8A-C68B-C255B02D23DD}"/>
              </a:ext>
            </a:extLst>
          </p:cNvPr>
          <p:cNvSpPr/>
          <p:nvPr/>
        </p:nvSpPr>
        <p:spPr>
          <a:xfrm>
            <a:off x="9602419" y="419658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2</a:t>
            </a:r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8954A510-8850-0434-A2CC-93606A67DB14}"/>
              </a:ext>
            </a:extLst>
          </p:cNvPr>
          <p:cNvSpPr txBox="1"/>
          <p:nvPr/>
        </p:nvSpPr>
        <p:spPr>
          <a:xfrm>
            <a:off x="6700557" y="2333160"/>
            <a:ext cx="251472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sz="2400" dirty="0" err="1"/>
              <a:t>Output</a:t>
            </a:r>
            <a:r>
              <a:rPr lang="tr-TR" sz="2400" dirty="0"/>
              <a:t>=2*5+3-</a:t>
            </a:r>
            <a:r>
              <a:rPr lang="tr-TR" sz="2400" dirty="0">
                <a:highlight>
                  <a:srgbClr val="FFFF00"/>
                </a:highlight>
              </a:rPr>
              <a:t>20</a:t>
            </a:r>
          </a:p>
        </p:txBody>
      </p:sp>
      <p:sp>
        <p:nvSpPr>
          <p:cNvPr id="46" name="Metin kutusu 45">
            <a:extLst>
              <a:ext uri="{FF2B5EF4-FFF2-40B4-BE49-F238E27FC236}">
                <a16:creationId xmlns:a16="http://schemas.microsoft.com/office/drawing/2014/main" id="{174A5600-AE79-98D3-67C8-D8F6DB39E6C5}"/>
              </a:ext>
            </a:extLst>
          </p:cNvPr>
          <p:cNvSpPr txBox="1"/>
          <p:nvPr/>
        </p:nvSpPr>
        <p:spPr>
          <a:xfrm>
            <a:off x="1164741" y="1763985"/>
            <a:ext cx="5313353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sz="2400" dirty="0"/>
              <a:t>BE CAREFUL!! </a:t>
            </a:r>
            <a:r>
              <a:rPr lang="tr-TR" sz="2400" dirty="0" err="1"/>
              <a:t>When</a:t>
            </a:r>
            <a:r>
              <a:rPr lang="tr-TR" sz="2400" dirty="0"/>
              <a:t> </a:t>
            </a:r>
            <a:r>
              <a:rPr lang="tr-TR" sz="2400" dirty="0" err="1"/>
              <a:t>numbers</a:t>
            </a:r>
            <a:r>
              <a:rPr lang="tr-TR" sz="2400" dirty="0"/>
              <a:t> </a:t>
            </a:r>
            <a:r>
              <a:rPr lang="tr-TR" sz="2400" dirty="0" err="1"/>
              <a:t>appear</a:t>
            </a:r>
            <a:r>
              <a:rPr lang="tr-TR" sz="2400" dirty="0"/>
              <a:t> </a:t>
            </a:r>
            <a:r>
              <a:rPr lang="tr-TR" sz="2400" b="1" dirty="0" err="1"/>
              <a:t>consecutively</a:t>
            </a:r>
            <a:r>
              <a:rPr lang="tr-TR" sz="2400" dirty="0"/>
              <a:t>, </a:t>
            </a:r>
            <a:r>
              <a:rPr lang="tr-TR" sz="2400" dirty="0" err="1"/>
              <a:t>treat</a:t>
            </a:r>
            <a:r>
              <a:rPr lang="tr-TR" sz="2400" dirty="0"/>
              <a:t> </a:t>
            </a:r>
            <a:r>
              <a:rPr lang="tr-TR" sz="2400" dirty="0" err="1"/>
              <a:t>them</a:t>
            </a:r>
            <a:r>
              <a:rPr lang="tr-TR" sz="2400" dirty="0"/>
              <a:t> as a </a:t>
            </a:r>
            <a:r>
              <a:rPr lang="tr-TR" sz="2400" dirty="0" err="1"/>
              <a:t>single</a:t>
            </a:r>
            <a:r>
              <a:rPr lang="tr-TR" sz="2400" dirty="0"/>
              <a:t> </a:t>
            </a:r>
            <a:r>
              <a:rPr lang="tr-TR" sz="2400" dirty="0" err="1"/>
              <a:t>number</a:t>
            </a:r>
            <a:r>
              <a:rPr lang="tr-TR" sz="2400" dirty="0"/>
              <a:t>. DO NOT SEPARATE THEM.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7ACACB2-366B-5B12-A025-B0B6C6FCA142}"/>
              </a:ext>
            </a:extLst>
          </p:cNvPr>
          <p:cNvSpPr txBox="1"/>
          <p:nvPr/>
        </p:nvSpPr>
        <p:spPr>
          <a:xfrm>
            <a:off x="1195839" y="3429000"/>
            <a:ext cx="818412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tr-TR" sz="1800" b="1" dirty="0" err="1">
                <a:solidFill>
                  <a:schemeClr val="tx1"/>
                </a:solidFill>
                <a:effectLst/>
                <a:latin typeface="+mn-lt"/>
              </a:rPr>
              <a:t>Hints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 -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Check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whether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current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character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is a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digit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. (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Use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Character.isDigit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current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))</a:t>
            </a:r>
          </a:p>
          <a:p>
            <a:pPr>
              <a:lnSpc>
                <a:spcPct val="100000"/>
              </a:lnSpc>
              <a:buNone/>
            </a:pP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 -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Remember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where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starts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(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int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start = i)</a:t>
            </a:r>
          </a:p>
          <a:p>
            <a:pPr>
              <a:lnSpc>
                <a:spcPct val="100000"/>
              </a:lnSpc>
              <a:buNone/>
            </a:pP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 -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Move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forward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while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characters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are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digits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(i++)</a:t>
            </a:r>
          </a:p>
          <a:p>
            <a:pPr>
              <a:lnSpc>
                <a:spcPct val="100000"/>
              </a:lnSpc>
              <a:buNone/>
            </a:pP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 -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Extract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entire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number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push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it (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Use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substring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(start, i))</a:t>
            </a:r>
          </a:p>
          <a:p>
            <a:pPr>
              <a:lnSpc>
                <a:spcPct val="100000"/>
              </a:lnSpc>
              <a:buNone/>
            </a:pP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 -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Push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operator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Use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String.valueOf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tr-TR" sz="1800" b="0" dirty="0" err="1">
                <a:solidFill>
                  <a:schemeClr val="tx1"/>
                </a:solidFill>
                <a:effectLst/>
                <a:latin typeface="+mn-lt"/>
              </a:rPr>
              <a:t>current</a:t>
            </a:r>
            <a:r>
              <a:rPr lang="tr-TR" sz="1800" b="0" dirty="0">
                <a:solidFill>
                  <a:schemeClr val="tx1"/>
                </a:solidFill>
                <a:effectLst/>
                <a:latin typeface="+mn-lt"/>
              </a:rPr>
              <a:t>))</a:t>
            </a:r>
            <a:endParaRPr lang="tr-TR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98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F01C3-9E0C-CB94-44FB-FB34EEA9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0F67DE-D84E-D0EB-4DB4-5870F388B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63794"/>
            <a:ext cx="10058400" cy="1373566"/>
          </a:xfrm>
        </p:spPr>
        <p:txBody>
          <a:bodyPr>
            <a:normAutofit/>
          </a:bodyPr>
          <a:lstStyle/>
          <a:p>
            <a:r>
              <a:rPr lang="tr-TR" sz="4000" i="0" dirty="0" err="1"/>
              <a:t>Exercise</a:t>
            </a:r>
            <a:r>
              <a:rPr lang="tr-TR" sz="4000" i="0" dirty="0"/>
              <a:t> 2: </a:t>
            </a:r>
            <a:r>
              <a:rPr lang="tr-TR" sz="4000" b="1" dirty="0"/>
              <a:t>REVERSİNG THE EQUATİON</a:t>
            </a:r>
            <a:br>
              <a:rPr lang="tr-TR" b="1" dirty="0"/>
            </a:br>
            <a:r>
              <a:rPr lang="tr-TR" dirty="0"/>
              <a:t>pop()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649FA763-F9EB-EF44-348A-43744816FA43}"/>
              </a:ext>
            </a:extLst>
          </p:cNvPr>
          <p:cNvSpPr txBox="1"/>
          <p:nvPr/>
        </p:nvSpPr>
        <p:spPr>
          <a:xfrm>
            <a:off x="9193160" y="151179"/>
            <a:ext cx="1359306" cy="6555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  <a:p>
            <a:endParaRPr lang="tr-TR" sz="2800" dirty="0"/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79E0D53A-5E38-D6DA-ADC4-6F3D3CF56F51}"/>
              </a:ext>
            </a:extLst>
          </p:cNvPr>
          <p:cNvSpPr/>
          <p:nvPr/>
        </p:nvSpPr>
        <p:spPr>
          <a:xfrm>
            <a:off x="9415613" y="5878755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2800" dirty="0">
                <a:solidFill>
                  <a:srgbClr val="00B0F0"/>
                </a:solidFill>
              </a:rPr>
              <a:t>20</a:t>
            </a:r>
            <a:endParaRPr lang="tr-TR" dirty="0">
              <a:solidFill>
                <a:srgbClr val="00B0F0"/>
              </a:solidFill>
            </a:endParaRPr>
          </a:p>
        </p:txBody>
      </p:sp>
      <p:sp>
        <p:nvSpPr>
          <p:cNvPr id="16" name="Dikdörtgen: Köşeleri Yuvarlatılmış 15">
            <a:extLst>
              <a:ext uri="{FF2B5EF4-FFF2-40B4-BE49-F238E27FC236}">
                <a16:creationId xmlns:a16="http://schemas.microsoft.com/office/drawing/2014/main" id="{44FB8F5E-81F8-03C4-C2DF-D478F8236EFB}"/>
              </a:ext>
            </a:extLst>
          </p:cNvPr>
          <p:cNvSpPr/>
          <p:nvPr/>
        </p:nvSpPr>
        <p:spPr>
          <a:xfrm>
            <a:off x="9415607" y="4990521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-</a:t>
            </a:r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CA19B2CF-604B-F67E-D874-352C2441FAE0}"/>
              </a:ext>
            </a:extLst>
          </p:cNvPr>
          <p:cNvSpPr txBox="1"/>
          <p:nvPr/>
        </p:nvSpPr>
        <p:spPr>
          <a:xfrm>
            <a:off x="10717160" y="518907"/>
            <a:ext cx="5604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dirty="0"/>
              <a:t>TOP</a:t>
            </a:r>
          </a:p>
        </p:txBody>
      </p:sp>
      <p:sp>
        <p:nvSpPr>
          <p:cNvPr id="3" name="Ok: Yukarı 2">
            <a:extLst>
              <a:ext uri="{FF2B5EF4-FFF2-40B4-BE49-F238E27FC236}">
                <a16:creationId xmlns:a16="http://schemas.microsoft.com/office/drawing/2014/main" id="{882BE920-CF96-2279-4D05-31183E0E6F37}"/>
              </a:ext>
            </a:extLst>
          </p:cNvPr>
          <p:cNvSpPr/>
          <p:nvPr/>
        </p:nvSpPr>
        <p:spPr>
          <a:xfrm rot="10800000">
            <a:off x="9772032" y="5590289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1" name="Dikdörtgen: Köşeleri Yuvarlatılmış 10">
            <a:extLst>
              <a:ext uri="{FF2B5EF4-FFF2-40B4-BE49-F238E27FC236}">
                <a16:creationId xmlns:a16="http://schemas.microsoft.com/office/drawing/2014/main" id="{6A879D23-0F06-B2D5-C3F3-37D4350BC9A6}"/>
              </a:ext>
            </a:extLst>
          </p:cNvPr>
          <p:cNvSpPr/>
          <p:nvPr/>
        </p:nvSpPr>
        <p:spPr>
          <a:xfrm>
            <a:off x="9415607" y="4084709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3</a:t>
            </a:r>
          </a:p>
        </p:txBody>
      </p:sp>
      <p:sp>
        <p:nvSpPr>
          <p:cNvPr id="19" name="Dikdörtgen: Köşeleri Yuvarlatılmış 18">
            <a:extLst>
              <a:ext uri="{FF2B5EF4-FFF2-40B4-BE49-F238E27FC236}">
                <a16:creationId xmlns:a16="http://schemas.microsoft.com/office/drawing/2014/main" id="{F08A2BF1-D6FF-0E43-44CD-F771AF719358}"/>
              </a:ext>
            </a:extLst>
          </p:cNvPr>
          <p:cNvSpPr/>
          <p:nvPr/>
        </p:nvSpPr>
        <p:spPr>
          <a:xfrm>
            <a:off x="9415606" y="3141497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+</a:t>
            </a:r>
          </a:p>
        </p:txBody>
      </p:sp>
      <p:sp>
        <p:nvSpPr>
          <p:cNvPr id="26" name="Dikdörtgen: Köşeleri Yuvarlatılmış 25">
            <a:extLst>
              <a:ext uri="{FF2B5EF4-FFF2-40B4-BE49-F238E27FC236}">
                <a16:creationId xmlns:a16="http://schemas.microsoft.com/office/drawing/2014/main" id="{221DC8E6-A243-160B-0061-4F223903BEA1}"/>
              </a:ext>
            </a:extLst>
          </p:cNvPr>
          <p:cNvSpPr/>
          <p:nvPr/>
        </p:nvSpPr>
        <p:spPr>
          <a:xfrm>
            <a:off x="9415606" y="2204123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5</a:t>
            </a:r>
          </a:p>
        </p:txBody>
      </p:sp>
      <p:sp>
        <p:nvSpPr>
          <p:cNvPr id="28" name="Ok: Yukarı 27">
            <a:extLst>
              <a:ext uri="{FF2B5EF4-FFF2-40B4-BE49-F238E27FC236}">
                <a16:creationId xmlns:a16="http://schemas.microsoft.com/office/drawing/2014/main" id="{6B759799-1716-B376-0571-4DCCCB078EE2}"/>
              </a:ext>
            </a:extLst>
          </p:cNvPr>
          <p:cNvSpPr/>
          <p:nvPr/>
        </p:nvSpPr>
        <p:spPr>
          <a:xfrm rot="10800000">
            <a:off x="9772028" y="4663011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" name="Ok: Yukarı 29">
            <a:extLst>
              <a:ext uri="{FF2B5EF4-FFF2-40B4-BE49-F238E27FC236}">
                <a16:creationId xmlns:a16="http://schemas.microsoft.com/office/drawing/2014/main" id="{B30E696D-C8B0-5188-DB0A-DA999C8F66BC}"/>
              </a:ext>
            </a:extLst>
          </p:cNvPr>
          <p:cNvSpPr/>
          <p:nvPr/>
        </p:nvSpPr>
        <p:spPr>
          <a:xfrm rot="10800000">
            <a:off x="9772028" y="3750683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Ok: Yukarı 31">
            <a:extLst>
              <a:ext uri="{FF2B5EF4-FFF2-40B4-BE49-F238E27FC236}">
                <a16:creationId xmlns:a16="http://schemas.microsoft.com/office/drawing/2014/main" id="{E29E3723-AEE9-9406-D080-BB2B76CAF442}"/>
              </a:ext>
            </a:extLst>
          </p:cNvPr>
          <p:cNvSpPr/>
          <p:nvPr/>
        </p:nvSpPr>
        <p:spPr>
          <a:xfrm rot="10800000">
            <a:off x="9772028" y="2810583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Dikdörtgen: Köşeleri Yuvarlatılmış 33">
            <a:extLst>
              <a:ext uri="{FF2B5EF4-FFF2-40B4-BE49-F238E27FC236}">
                <a16:creationId xmlns:a16="http://schemas.microsoft.com/office/drawing/2014/main" id="{709762D4-FEA3-7C00-5462-5CD9B893A8AE}"/>
              </a:ext>
            </a:extLst>
          </p:cNvPr>
          <p:cNvSpPr/>
          <p:nvPr/>
        </p:nvSpPr>
        <p:spPr>
          <a:xfrm>
            <a:off x="9415605" y="1313599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*</a:t>
            </a:r>
          </a:p>
        </p:txBody>
      </p:sp>
      <p:sp>
        <p:nvSpPr>
          <p:cNvPr id="36" name="Ok: Yukarı 35">
            <a:extLst>
              <a:ext uri="{FF2B5EF4-FFF2-40B4-BE49-F238E27FC236}">
                <a16:creationId xmlns:a16="http://schemas.microsoft.com/office/drawing/2014/main" id="{138D8BE4-1077-3FD7-3ECA-AB836B84740A}"/>
              </a:ext>
            </a:extLst>
          </p:cNvPr>
          <p:cNvSpPr/>
          <p:nvPr/>
        </p:nvSpPr>
        <p:spPr>
          <a:xfrm rot="10800000">
            <a:off x="9772028" y="1922350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0" name="Ok: Yukarı 39">
            <a:extLst>
              <a:ext uri="{FF2B5EF4-FFF2-40B4-BE49-F238E27FC236}">
                <a16:creationId xmlns:a16="http://schemas.microsoft.com/office/drawing/2014/main" id="{80AF76CE-1DA8-788D-16F2-C7A0B8AC8546}"/>
              </a:ext>
            </a:extLst>
          </p:cNvPr>
          <p:cNvSpPr/>
          <p:nvPr/>
        </p:nvSpPr>
        <p:spPr>
          <a:xfrm rot="10800000">
            <a:off x="9772026" y="997297"/>
            <a:ext cx="201556" cy="315189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2" name="Dikdörtgen: Köşeleri Yuvarlatılmış 41">
            <a:extLst>
              <a:ext uri="{FF2B5EF4-FFF2-40B4-BE49-F238E27FC236}">
                <a16:creationId xmlns:a16="http://schemas.microsoft.com/office/drawing/2014/main" id="{1E93E6C9-551E-F1D6-E42C-65FDE90638B8}"/>
              </a:ext>
            </a:extLst>
          </p:cNvPr>
          <p:cNvSpPr/>
          <p:nvPr/>
        </p:nvSpPr>
        <p:spPr>
          <a:xfrm>
            <a:off x="9415605" y="403689"/>
            <a:ext cx="914399" cy="5997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3200" dirty="0"/>
              <a:t>2</a:t>
            </a:r>
          </a:p>
        </p:txBody>
      </p:sp>
      <p:sp>
        <p:nvSpPr>
          <p:cNvPr id="44" name="Metin kutusu 43">
            <a:extLst>
              <a:ext uri="{FF2B5EF4-FFF2-40B4-BE49-F238E27FC236}">
                <a16:creationId xmlns:a16="http://schemas.microsoft.com/office/drawing/2014/main" id="{5247B428-FB35-3C01-A892-FEEF80A2BA08}"/>
              </a:ext>
            </a:extLst>
          </p:cNvPr>
          <p:cNvSpPr txBox="1"/>
          <p:nvPr/>
        </p:nvSpPr>
        <p:spPr>
          <a:xfrm>
            <a:off x="1111900" y="1822551"/>
            <a:ext cx="5313351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sz="3200" dirty="0" err="1"/>
              <a:t>Last</a:t>
            </a:r>
            <a:r>
              <a:rPr lang="tr-TR" sz="3200" dirty="0"/>
              <a:t> İn First </a:t>
            </a:r>
            <a:r>
              <a:rPr lang="tr-TR" sz="3200" dirty="0" err="1"/>
              <a:t>Out</a:t>
            </a:r>
            <a:endParaRPr lang="tr-TR" sz="3200" dirty="0"/>
          </a:p>
          <a:p>
            <a:endParaRPr lang="tr-TR" sz="3200" dirty="0"/>
          </a:p>
          <a:p>
            <a:r>
              <a:rPr lang="tr-TR" sz="3200" dirty="0">
                <a:sym typeface="Wingdings" panose="05000000000000000000" pitchFamily="2" charset="2"/>
              </a:rPr>
              <a:t>Pop(2)</a:t>
            </a:r>
          </a:p>
          <a:p>
            <a:r>
              <a:rPr lang="tr-TR" sz="3200" dirty="0">
                <a:sym typeface="Wingdings" panose="05000000000000000000" pitchFamily="2" charset="2"/>
              </a:rPr>
              <a:t>Pop(*)</a:t>
            </a:r>
          </a:p>
          <a:p>
            <a:r>
              <a:rPr lang="tr-TR" sz="3200" dirty="0">
                <a:sym typeface="Wingdings" panose="05000000000000000000" pitchFamily="2" charset="2"/>
              </a:rPr>
              <a:t>Pop(5)</a:t>
            </a:r>
          </a:p>
          <a:p>
            <a:r>
              <a:rPr lang="tr-TR" sz="3200" dirty="0">
                <a:sym typeface="Wingdings" panose="05000000000000000000" pitchFamily="2" charset="2"/>
              </a:rPr>
              <a:t>Pop(+)</a:t>
            </a:r>
          </a:p>
          <a:p>
            <a:r>
              <a:rPr lang="tr-TR" sz="3200" dirty="0">
                <a:sym typeface="Wingdings" panose="05000000000000000000" pitchFamily="2" charset="2"/>
              </a:rPr>
              <a:t>Pop(3)</a:t>
            </a:r>
          </a:p>
          <a:p>
            <a:r>
              <a:rPr lang="tr-TR" sz="3200" dirty="0">
                <a:sym typeface="Wingdings" panose="05000000000000000000" pitchFamily="2" charset="2"/>
              </a:rPr>
              <a:t>Pop(-)</a:t>
            </a:r>
          </a:p>
          <a:p>
            <a:r>
              <a:rPr lang="tr-TR" sz="3200" dirty="0">
                <a:sym typeface="Wingdings" panose="05000000000000000000" pitchFamily="2" charset="2"/>
              </a:rPr>
              <a:t>Pop(20)</a:t>
            </a:r>
          </a:p>
        </p:txBody>
      </p:sp>
      <p:sp>
        <p:nvSpPr>
          <p:cNvPr id="48" name="Metin kutusu 47">
            <a:extLst>
              <a:ext uri="{FF2B5EF4-FFF2-40B4-BE49-F238E27FC236}">
                <a16:creationId xmlns:a16="http://schemas.microsoft.com/office/drawing/2014/main" id="{AE3B1A87-290E-58CA-8B3B-DDEBF9CC4642}"/>
              </a:ext>
            </a:extLst>
          </p:cNvPr>
          <p:cNvSpPr txBox="1"/>
          <p:nvPr/>
        </p:nvSpPr>
        <p:spPr>
          <a:xfrm>
            <a:off x="6455976" y="3577225"/>
            <a:ext cx="251472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r-TR" sz="2400" dirty="0" err="1"/>
              <a:t>Output</a:t>
            </a:r>
            <a:r>
              <a:rPr lang="tr-TR" sz="2400" dirty="0"/>
              <a:t>= </a:t>
            </a:r>
            <a:r>
              <a:rPr lang="tr-TR" sz="2400" dirty="0">
                <a:highlight>
                  <a:srgbClr val="FFFF00"/>
                </a:highlight>
              </a:rPr>
              <a:t>2*5+3-20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119484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D8E9562-8B16-58A9-F79B-EB0AEFC44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EXPECTED OUTPUT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C772B2D-54B3-8969-F72D-C6C8890B45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24516" y="1737360"/>
            <a:ext cx="3342967" cy="507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536899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82A203ABA593BE47B533A6107BF5A284" ma:contentTypeVersion="7" ma:contentTypeDescription="Yeni belge oluşturun." ma:contentTypeScope="" ma:versionID="3fea74f2dca132c03868d1658d32f4f8">
  <xsd:schema xmlns:xsd="http://www.w3.org/2001/XMLSchema" xmlns:xs="http://www.w3.org/2001/XMLSchema" xmlns:p="http://schemas.microsoft.com/office/2006/metadata/properties" xmlns:ns2="67a1a813-b471-41a5-85d0-35789d78252b" targetNamespace="http://schemas.microsoft.com/office/2006/metadata/properties" ma:root="true" ma:fieldsID="e0a9e69ddf056a872fe3daf3c5a2c100" ns2:_="">
    <xsd:import namespace="67a1a813-b471-41a5-85d0-35789d7825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1a813-b471-41a5-85d0-35789d782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662A354-5321-436B-9D78-1AB512148359}"/>
</file>

<file path=customXml/itemProps2.xml><?xml version="1.0" encoding="utf-8"?>
<ds:datastoreItem xmlns:ds="http://schemas.openxmlformats.org/officeDocument/2006/customXml" ds:itemID="{A0C8D922-DBFF-4083-93D7-1E7101FC7F29}"/>
</file>

<file path=customXml/itemProps3.xml><?xml version="1.0" encoding="utf-8"?>
<ds:datastoreItem xmlns:ds="http://schemas.openxmlformats.org/officeDocument/2006/customXml" ds:itemID="{4E1D8B5A-04FB-47AB-B3E5-AB86A0FA99C7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2212</TotalTime>
  <Words>809</Words>
  <Application>Microsoft Office PowerPoint</Application>
  <PresentationFormat>Geniş ekran</PresentationFormat>
  <Paragraphs>188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9" baseType="lpstr">
      <vt:lpstr>Calibri</vt:lpstr>
      <vt:lpstr>Calibri Light</vt:lpstr>
      <vt:lpstr>Consolas</vt:lpstr>
      <vt:lpstr>JetBrains Mono</vt:lpstr>
      <vt:lpstr>Times New Roman</vt:lpstr>
      <vt:lpstr>Wingdings</vt:lpstr>
      <vt:lpstr>Geçmişe bakış</vt:lpstr>
      <vt:lpstr>CENG 201  –  Stack (LİFO)</vt:lpstr>
      <vt:lpstr>Exercise 1:  Parenthesis Checker</vt:lpstr>
      <vt:lpstr>Exercise 1: Parenthesis Checker Add an element to the top of the stack</vt:lpstr>
      <vt:lpstr>Exercise 1: Parenthesis Checker Remove and return the top element</vt:lpstr>
      <vt:lpstr>Exercise 1: Parenthesis Checker isBalanced() function</vt:lpstr>
      <vt:lpstr>Exercise 1: Parenthesis Checker isMatchingPair() function</vt:lpstr>
      <vt:lpstr>Exercise 1:  Parenthesis Checker</vt:lpstr>
      <vt:lpstr>EXPECTED OUTPUT</vt:lpstr>
      <vt:lpstr>Exercise 2:  REVERSİNG THE EQUATİON</vt:lpstr>
      <vt:lpstr>Exercise 2: REVERSİNG THE EQUATİON push()</vt:lpstr>
      <vt:lpstr>Exercise 2: REVERSİNG THE EQUATİON pop()</vt:lpstr>
      <vt:lpstr>EXPECTED OUTPUT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Arş.Gör. Elif YILDIZ</dc:creator>
  <cp:lastModifiedBy>ayşe beyza ünal</cp:lastModifiedBy>
  <cp:revision>22</cp:revision>
  <dcterms:created xsi:type="dcterms:W3CDTF">2025-11-23T18:50:33Z</dcterms:created>
  <dcterms:modified xsi:type="dcterms:W3CDTF">2026-10-26T07:58:29Z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0x01010082A203ABA593BE47B533A6107BF5A284</vt:lpwstr>
  </property>
</Properties>
</file>